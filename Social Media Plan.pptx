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DM Sans Medium"/>
      <p:regular r:id="rId19"/>
      <p:bold r:id="rId20"/>
      <p:italic r:id="rId21"/>
      <p:boldItalic r:id="rId22"/>
    </p:embeddedFont>
    <p:embeddedFont>
      <p:font typeface="Poppins"/>
      <p:regular r:id="rId23"/>
      <p:bold r:id="rId24"/>
      <p:italic r:id="rId25"/>
      <p:boldItalic r:id="rId26"/>
    </p:embeddedFont>
    <p:embeddedFont>
      <p:font typeface="DM Sans Light"/>
      <p:regular r:id="rId27"/>
      <p:bold r:id="rId28"/>
      <p:italic r:id="rId29"/>
      <p:boldItalic r:id="rId30"/>
    </p:embeddedFont>
    <p:embeddedFont>
      <p:font typeface="DM Sans SemiBold"/>
      <p:regular r:id="rId31"/>
      <p:bold r:id="rId32"/>
      <p:italic r:id="rId33"/>
      <p:boldItalic r:id="rId34"/>
    </p:embeddedFont>
    <p:embeddedFont>
      <p:font typeface="DM Sans"/>
      <p:regular r:id="rId35"/>
      <p:bold r:id="rId36"/>
      <p:italic r:id="rId37"/>
      <p:boldItalic r:id="rId38"/>
    </p:embeddedFont>
    <p:embeddedFont>
      <p:font typeface="Forum"/>
      <p:regular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46F4BBD-8063-4A48-B841-335F5E9DF05A}">
  <a:tblStyle styleId="{E46F4BBD-8063-4A48-B841-335F5E9DF05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AB642790-5707-45A0-B50E-7654BF2FF4AA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Medium-bold.fntdata"/><Relationship Id="rId22" Type="http://schemas.openxmlformats.org/officeDocument/2006/relationships/font" Target="fonts/DMSansMedium-boldItalic.fntdata"/><Relationship Id="rId21" Type="http://schemas.openxmlformats.org/officeDocument/2006/relationships/font" Target="fonts/DMSansMedium-italic.fntdata"/><Relationship Id="rId24" Type="http://schemas.openxmlformats.org/officeDocument/2006/relationships/font" Target="fonts/Poppins-bold.fntdata"/><Relationship Id="rId23" Type="http://schemas.openxmlformats.org/officeDocument/2006/relationships/font" Target="fonts/Poppi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oppins-boldItalic.fntdata"/><Relationship Id="rId25" Type="http://schemas.openxmlformats.org/officeDocument/2006/relationships/font" Target="fonts/Poppins-italic.fntdata"/><Relationship Id="rId28" Type="http://schemas.openxmlformats.org/officeDocument/2006/relationships/font" Target="fonts/DMSansLight-bold.fntdata"/><Relationship Id="rId27" Type="http://schemas.openxmlformats.org/officeDocument/2006/relationships/font" Target="fonts/DMSansLight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DMSansLight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DMSansSemiBold-regular.fntdata"/><Relationship Id="rId30" Type="http://schemas.openxmlformats.org/officeDocument/2006/relationships/font" Target="fonts/DMSansLight-boldItalic.fntdata"/><Relationship Id="rId11" Type="http://schemas.openxmlformats.org/officeDocument/2006/relationships/slide" Target="slides/slide5.xml"/><Relationship Id="rId33" Type="http://schemas.openxmlformats.org/officeDocument/2006/relationships/font" Target="fonts/DMSansSemiBold-italic.fntdata"/><Relationship Id="rId10" Type="http://schemas.openxmlformats.org/officeDocument/2006/relationships/slide" Target="slides/slide4.xml"/><Relationship Id="rId32" Type="http://schemas.openxmlformats.org/officeDocument/2006/relationships/font" Target="fonts/DMSansSemiBold-bold.fntdata"/><Relationship Id="rId13" Type="http://schemas.openxmlformats.org/officeDocument/2006/relationships/slide" Target="slides/slide7.xml"/><Relationship Id="rId35" Type="http://schemas.openxmlformats.org/officeDocument/2006/relationships/font" Target="fonts/DMSans-regular.fntdata"/><Relationship Id="rId12" Type="http://schemas.openxmlformats.org/officeDocument/2006/relationships/slide" Target="slides/slide6.xml"/><Relationship Id="rId34" Type="http://schemas.openxmlformats.org/officeDocument/2006/relationships/font" Target="fonts/DMSansSemiBold-boldItalic.fntdata"/><Relationship Id="rId15" Type="http://schemas.openxmlformats.org/officeDocument/2006/relationships/slide" Target="slides/slide9.xml"/><Relationship Id="rId37" Type="http://schemas.openxmlformats.org/officeDocument/2006/relationships/font" Target="fonts/DMSans-italic.fntdata"/><Relationship Id="rId14" Type="http://schemas.openxmlformats.org/officeDocument/2006/relationships/slide" Target="slides/slide8.xml"/><Relationship Id="rId36" Type="http://schemas.openxmlformats.org/officeDocument/2006/relationships/font" Target="fonts/DMSans-bold.fntdata"/><Relationship Id="rId17" Type="http://schemas.openxmlformats.org/officeDocument/2006/relationships/slide" Target="slides/slide11.xml"/><Relationship Id="rId39" Type="http://schemas.openxmlformats.org/officeDocument/2006/relationships/font" Target="fonts/Forum-regular.fntdata"/><Relationship Id="rId16" Type="http://schemas.openxmlformats.org/officeDocument/2006/relationships/slide" Target="slides/slide10.xml"/><Relationship Id="rId38" Type="http://schemas.openxmlformats.org/officeDocument/2006/relationships/font" Target="fonts/DMSans-boldItalic.fntdata"/><Relationship Id="rId19" Type="http://schemas.openxmlformats.org/officeDocument/2006/relationships/font" Target="fonts/DMSansMedium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de42c33cd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3de42c33cd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de42c33cd0_0_5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3de42c33cd0_0_5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de42c33cd0_0_6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3de42c33cd0_0_6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de42c33de9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3de42c33de9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de42c33de9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g3de42c33de9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de42c33de9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4" name="Google Shape;524;g3de42c33de9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de42c33de9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3de42c33de9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de42c33de9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3de42c33de9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3de42c33de9_0_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" name="Google Shape;588;g3de42c33de9_0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3de42c33de9_0_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g3de42c33de9_0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3de42c33de9_0_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3" name="Google Shape;613;g3de42c33de9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3de42c33cd0_0_15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0" name="Google Shape;620;g3de42c33cd0_0_15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228600" y="457200"/>
            <a:ext cx="8686800" cy="22806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1pPr>
            <a:lvl2pPr lvl="1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2pPr>
            <a:lvl3pPr lvl="2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3pPr>
            <a:lvl4pPr lvl="3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4pPr>
            <a:lvl5pPr lvl="4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5pPr>
            <a:lvl6pPr lvl="5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6pPr>
            <a:lvl7pPr lvl="6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7pPr>
            <a:lvl8pPr lvl="7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8pPr>
            <a:lvl9pPr lvl="8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9pPr>
          </a:lstStyle>
          <a:p/>
        </p:txBody>
      </p:sp>
      <p:sp>
        <p:nvSpPr>
          <p:cNvPr id="11" name="Google Shape;11;p2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3" name="Google Shape;13;p2"/>
          <p:cNvSpPr/>
          <p:nvPr>
            <p:ph idx="2" type="pic"/>
          </p:nvPr>
        </p:nvSpPr>
        <p:spPr>
          <a:xfrm>
            <a:off x="228575" y="3005550"/>
            <a:ext cx="1636200" cy="7746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4" name="Google Shape;14;p2"/>
          <p:cNvSpPr/>
          <p:nvPr>
            <p:ph idx="3" type="pic"/>
          </p:nvPr>
        </p:nvSpPr>
        <p:spPr>
          <a:xfrm>
            <a:off x="1149025" y="3909225"/>
            <a:ext cx="1543500" cy="774600"/>
          </a:xfrm>
          <a:prstGeom prst="roundRect">
            <a:avLst>
              <a:gd fmla="val 16696" name="adj"/>
            </a:avLst>
          </a:prstGeom>
          <a:noFill/>
          <a:ln>
            <a:noFill/>
          </a:ln>
        </p:spPr>
      </p:sp>
      <p:sp>
        <p:nvSpPr>
          <p:cNvPr id="15" name="Google Shape;15;p2"/>
          <p:cNvSpPr/>
          <p:nvPr>
            <p:ph idx="4" type="pic"/>
          </p:nvPr>
        </p:nvSpPr>
        <p:spPr>
          <a:xfrm>
            <a:off x="3525075" y="3005550"/>
            <a:ext cx="1599900" cy="774600"/>
          </a:xfrm>
          <a:prstGeom prst="roundRect">
            <a:avLst>
              <a:gd fmla="val 16696" name="adj"/>
            </a:avLst>
          </a:prstGeom>
          <a:noFill/>
          <a:ln>
            <a:noFill/>
          </a:ln>
        </p:spPr>
      </p:sp>
      <p:sp>
        <p:nvSpPr>
          <p:cNvPr id="16" name="Google Shape;16;p2"/>
          <p:cNvSpPr/>
          <p:nvPr>
            <p:ph idx="5" type="pic"/>
          </p:nvPr>
        </p:nvSpPr>
        <p:spPr>
          <a:xfrm>
            <a:off x="5271025" y="3005450"/>
            <a:ext cx="1118400" cy="1682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7" name="Google Shape;17;p2"/>
          <p:cNvSpPr/>
          <p:nvPr>
            <p:ph idx="6" type="pic"/>
          </p:nvPr>
        </p:nvSpPr>
        <p:spPr>
          <a:xfrm>
            <a:off x="7796850" y="3003650"/>
            <a:ext cx="1118400" cy="1673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8" name="Google Shape;18;p2"/>
          <p:cNvSpPr/>
          <p:nvPr>
            <p:ph idx="7" type="pic"/>
          </p:nvPr>
        </p:nvSpPr>
        <p:spPr>
          <a:xfrm>
            <a:off x="230525" y="3909225"/>
            <a:ext cx="774600" cy="774600"/>
          </a:xfrm>
          <a:prstGeom prst="roundRect">
            <a:avLst>
              <a:gd fmla="val 16696" name="adj"/>
            </a:avLst>
          </a:prstGeom>
          <a:noFill/>
          <a:ln>
            <a:noFill/>
          </a:ln>
        </p:spPr>
      </p:sp>
      <p:sp>
        <p:nvSpPr>
          <p:cNvPr id="19" name="Google Shape;19;p2"/>
          <p:cNvSpPr/>
          <p:nvPr>
            <p:ph idx="8" type="pic"/>
          </p:nvPr>
        </p:nvSpPr>
        <p:spPr>
          <a:xfrm>
            <a:off x="2838375" y="3909225"/>
            <a:ext cx="1368300" cy="774600"/>
          </a:xfrm>
          <a:prstGeom prst="roundRect">
            <a:avLst>
              <a:gd fmla="val 19797" name="adj"/>
            </a:avLst>
          </a:prstGeom>
          <a:noFill/>
          <a:ln>
            <a:noFill/>
          </a:ln>
        </p:spPr>
      </p:sp>
      <p:sp>
        <p:nvSpPr>
          <p:cNvPr id="20" name="Google Shape;20;p2"/>
          <p:cNvSpPr/>
          <p:nvPr>
            <p:ph idx="9" type="pic"/>
          </p:nvPr>
        </p:nvSpPr>
        <p:spPr>
          <a:xfrm>
            <a:off x="6535600" y="3008850"/>
            <a:ext cx="1118400" cy="767700"/>
          </a:xfrm>
          <a:prstGeom prst="roundRect">
            <a:avLst>
              <a:gd fmla="val 20115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2">
  <p:cSld name="CUSTOM_3_1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3" name="Google Shape;23;p3"/>
          <p:cNvSpPr txBox="1"/>
          <p:nvPr>
            <p:ph idx="1" type="subTitle"/>
          </p:nvPr>
        </p:nvSpPr>
        <p:spPr>
          <a:xfrm>
            <a:off x="792675" y="2291175"/>
            <a:ext cx="3642900" cy="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2" type="subTitle"/>
          </p:nvPr>
        </p:nvSpPr>
        <p:spPr>
          <a:xfrm>
            <a:off x="5089225" y="2291175"/>
            <a:ext cx="3826200" cy="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3" type="subTitle"/>
          </p:nvPr>
        </p:nvSpPr>
        <p:spPr>
          <a:xfrm>
            <a:off x="2571250" y="3086650"/>
            <a:ext cx="3418200" cy="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6" name="Google Shape;26;p3"/>
          <p:cNvSpPr txBox="1"/>
          <p:nvPr>
            <p:ph idx="4" type="subTitle"/>
          </p:nvPr>
        </p:nvSpPr>
        <p:spPr>
          <a:xfrm>
            <a:off x="6867700" y="3086650"/>
            <a:ext cx="3102900" cy="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5" type="subTitle"/>
          </p:nvPr>
        </p:nvSpPr>
        <p:spPr>
          <a:xfrm>
            <a:off x="792675" y="3888950"/>
            <a:ext cx="3523500" cy="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idx="6" type="subTitle"/>
          </p:nvPr>
        </p:nvSpPr>
        <p:spPr>
          <a:xfrm>
            <a:off x="5089225" y="3888950"/>
            <a:ext cx="3826200" cy="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9" name="Google Shape;29;p3"/>
          <p:cNvSpPr txBox="1"/>
          <p:nvPr>
            <p:ph idx="7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0" name="Google Shape;30;p3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ALT 2">
  <p:cSld name="BLANK_1">
    <p:bg>
      <p:bgPr>
        <a:solidFill>
          <a:schemeClr val="dk2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/>
          <p:nvPr>
            <p:ph type="title"/>
          </p:nvPr>
        </p:nvSpPr>
        <p:spPr>
          <a:xfrm>
            <a:off x="228600" y="3389761"/>
            <a:ext cx="4704000" cy="15906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/>
            </a:lvl1pPr>
            <a:lvl2pPr lvl="1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5468675" y="457200"/>
            <a:ext cx="3446700" cy="134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4" name="Google Shape;34;p4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ALT 1">
  <p:cSld name="BLANK_1_1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/>
          <p:nvPr>
            <p:ph idx="1" type="body"/>
          </p:nvPr>
        </p:nvSpPr>
        <p:spPr>
          <a:xfrm>
            <a:off x="5482425" y="413676"/>
            <a:ext cx="3446700" cy="143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type="title"/>
          </p:nvPr>
        </p:nvSpPr>
        <p:spPr>
          <a:xfrm>
            <a:off x="228600" y="399325"/>
            <a:ext cx="3531300" cy="6246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/>
            </a:lvl1pPr>
            <a:lvl2pPr lvl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38" name="Google Shape;38;p5"/>
          <p:cNvSpPr txBox="1"/>
          <p:nvPr>
            <p:ph idx="2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9" name="Google Shape;39;p5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mall">
  <p:cSld name="BLANK_1_1_4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228600" y="399325"/>
            <a:ext cx="3119700" cy="6246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/>
            </a:lvl1pPr>
            <a:lvl2pPr lvl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42" name="Google Shape;42;p6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3" name="Google Shape;43;p6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Small">
  <p:cSld name="BLANK_1_1_2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/>
          <p:nvPr>
            <p:ph idx="2" type="pic"/>
          </p:nvPr>
        </p:nvSpPr>
        <p:spPr>
          <a:xfrm>
            <a:off x="228600" y="1895250"/>
            <a:ext cx="1118100" cy="1118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46" name="Google Shape;46;p7"/>
          <p:cNvSpPr/>
          <p:nvPr>
            <p:ph idx="3" type="pic"/>
          </p:nvPr>
        </p:nvSpPr>
        <p:spPr>
          <a:xfrm>
            <a:off x="2913463" y="1895250"/>
            <a:ext cx="1118100" cy="1118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47" name="Google Shape;47;p7"/>
          <p:cNvSpPr/>
          <p:nvPr>
            <p:ph idx="4" type="pic"/>
          </p:nvPr>
        </p:nvSpPr>
        <p:spPr>
          <a:xfrm>
            <a:off x="5594838" y="1895250"/>
            <a:ext cx="1118100" cy="1118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48" name="Google Shape;48;p7"/>
          <p:cNvSpPr/>
          <p:nvPr>
            <p:ph idx="5" type="pic"/>
          </p:nvPr>
        </p:nvSpPr>
        <p:spPr>
          <a:xfrm>
            <a:off x="1340925" y="3563600"/>
            <a:ext cx="1118100" cy="1118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49" name="Google Shape;49;p7"/>
          <p:cNvSpPr/>
          <p:nvPr>
            <p:ph idx="6" type="pic"/>
          </p:nvPr>
        </p:nvSpPr>
        <p:spPr>
          <a:xfrm>
            <a:off x="4024275" y="3563600"/>
            <a:ext cx="1118100" cy="1118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50" name="Google Shape;50;p7"/>
          <p:cNvSpPr/>
          <p:nvPr>
            <p:ph idx="7" type="pic"/>
          </p:nvPr>
        </p:nvSpPr>
        <p:spPr>
          <a:xfrm>
            <a:off x="6708900" y="3563600"/>
            <a:ext cx="1118100" cy="1118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51" name="Google Shape;51;p7"/>
          <p:cNvSpPr txBox="1"/>
          <p:nvPr>
            <p:ph idx="1" type="subTitle"/>
          </p:nvPr>
        </p:nvSpPr>
        <p:spPr>
          <a:xfrm>
            <a:off x="1347975" y="2325217"/>
            <a:ext cx="1115700" cy="1569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52" name="Google Shape;52;p7"/>
          <p:cNvSpPr txBox="1"/>
          <p:nvPr>
            <p:ph idx="8" type="subTitle"/>
          </p:nvPr>
        </p:nvSpPr>
        <p:spPr>
          <a:xfrm>
            <a:off x="1347975" y="2538374"/>
            <a:ext cx="1115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3" name="Google Shape;53;p7"/>
          <p:cNvSpPr txBox="1"/>
          <p:nvPr>
            <p:ph idx="9" type="subTitle"/>
          </p:nvPr>
        </p:nvSpPr>
        <p:spPr>
          <a:xfrm>
            <a:off x="4029350" y="2538374"/>
            <a:ext cx="1115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4" name="Google Shape;54;p7"/>
          <p:cNvSpPr txBox="1"/>
          <p:nvPr>
            <p:ph idx="13" type="subTitle"/>
          </p:nvPr>
        </p:nvSpPr>
        <p:spPr>
          <a:xfrm>
            <a:off x="6726463" y="2538374"/>
            <a:ext cx="1115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5" name="Google Shape;55;p7"/>
          <p:cNvSpPr txBox="1"/>
          <p:nvPr>
            <p:ph idx="14" type="subTitle"/>
          </p:nvPr>
        </p:nvSpPr>
        <p:spPr>
          <a:xfrm>
            <a:off x="2460300" y="4203499"/>
            <a:ext cx="1115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6" name="Google Shape;56;p7"/>
          <p:cNvSpPr txBox="1"/>
          <p:nvPr>
            <p:ph idx="15" type="subTitle"/>
          </p:nvPr>
        </p:nvSpPr>
        <p:spPr>
          <a:xfrm>
            <a:off x="5143650" y="4203499"/>
            <a:ext cx="1115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7" name="Google Shape;57;p7"/>
          <p:cNvSpPr txBox="1"/>
          <p:nvPr>
            <p:ph idx="16" type="subTitle"/>
          </p:nvPr>
        </p:nvSpPr>
        <p:spPr>
          <a:xfrm>
            <a:off x="7828275" y="4203499"/>
            <a:ext cx="1115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8" name="Google Shape;58;p7"/>
          <p:cNvSpPr txBox="1"/>
          <p:nvPr>
            <p:ph type="title"/>
          </p:nvPr>
        </p:nvSpPr>
        <p:spPr>
          <a:xfrm>
            <a:off x="228600" y="399325"/>
            <a:ext cx="3531300" cy="6246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/>
            </a:lvl1pPr>
            <a:lvl2pPr lvl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59" name="Google Shape;59;p7"/>
          <p:cNvSpPr txBox="1"/>
          <p:nvPr>
            <p:ph idx="17" type="subTitle"/>
          </p:nvPr>
        </p:nvSpPr>
        <p:spPr>
          <a:xfrm>
            <a:off x="4026975" y="2325217"/>
            <a:ext cx="1115700" cy="1569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60" name="Google Shape;60;p7"/>
          <p:cNvSpPr txBox="1"/>
          <p:nvPr>
            <p:ph idx="18" type="subTitle"/>
          </p:nvPr>
        </p:nvSpPr>
        <p:spPr>
          <a:xfrm>
            <a:off x="6708175" y="2325217"/>
            <a:ext cx="1115700" cy="1569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61" name="Google Shape;61;p7"/>
          <p:cNvSpPr txBox="1"/>
          <p:nvPr>
            <p:ph idx="19" type="subTitle"/>
          </p:nvPr>
        </p:nvSpPr>
        <p:spPr>
          <a:xfrm>
            <a:off x="2457750" y="3991542"/>
            <a:ext cx="1115700" cy="1569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62" name="Google Shape;62;p7"/>
          <p:cNvSpPr txBox="1"/>
          <p:nvPr>
            <p:ph idx="20" type="subTitle"/>
          </p:nvPr>
        </p:nvSpPr>
        <p:spPr>
          <a:xfrm>
            <a:off x="5142375" y="3991542"/>
            <a:ext cx="1115700" cy="1569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63" name="Google Shape;63;p7"/>
          <p:cNvSpPr txBox="1"/>
          <p:nvPr>
            <p:ph idx="21" type="subTitle"/>
          </p:nvPr>
        </p:nvSpPr>
        <p:spPr>
          <a:xfrm>
            <a:off x="7825725" y="3991542"/>
            <a:ext cx="1115700" cy="1569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64" name="Google Shape;64;p7"/>
          <p:cNvSpPr txBox="1"/>
          <p:nvPr>
            <p:ph idx="22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5" name="Google Shape;65;p7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Medium">
  <p:cSld name="BLANK_1_1_2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8"/>
          <p:cNvSpPr/>
          <p:nvPr>
            <p:ph idx="2" type="pic"/>
          </p:nvPr>
        </p:nvSpPr>
        <p:spPr>
          <a:xfrm>
            <a:off x="228600" y="1512356"/>
            <a:ext cx="1074900" cy="1505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1305750" y="2370426"/>
            <a:ext cx="1615500" cy="4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69" name="Google Shape;69;p8"/>
          <p:cNvSpPr txBox="1"/>
          <p:nvPr>
            <p:ph idx="3" type="subTitle"/>
          </p:nvPr>
        </p:nvSpPr>
        <p:spPr>
          <a:xfrm>
            <a:off x="1305750" y="2829850"/>
            <a:ext cx="14454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0" name="Google Shape;70;p8"/>
          <p:cNvSpPr/>
          <p:nvPr>
            <p:ph idx="4" type="pic"/>
          </p:nvPr>
        </p:nvSpPr>
        <p:spPr>
          <a:xfrm>
            <a:off x="228600" y="3173818"/>
            <a:ext cx="1074900" cy="1505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71" name="Google Shape;71;p8"/>
          <p:cNvSpPr txBox="1"/>
          <p:nvPr>
            <p:ph idx="5" type="subTitle"/>
          </p:nvPr>
        </p:nvSpPr>
        <p:spPr>
          <a:xfrm>
            <a:off x="1305750" y="4031889"/>
            <a:ext cx="1615500" cy="4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72" name="Google Shape;72;p8"/>
          <p:cNvSpPr txBox="1"/>
          <p:nvPr>
            <p:ph idx="6" type="subTitle"/>
          </p:nvPr>
        </p:nvSpPr>
        <p:spPr>
          <a:xfrm>
            <a:off x="1305750" y="4491312"/>
            <a:ext cx="14454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3" name="Google Shape;73;p8"/>
          <p:cNvSpPr/>
          <p:nvPr>
            <p:ph idx="7" type="pic"/>
          </p:nvPr>
        </p:nvSpPr>
        <p:spPr>
          <a:xfrm>
            <a:off x="3154650" y="1512356"/>
            <a:ext cx="1074900" cy="1505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74" name="Google Shape;74;p8"/>
          <p:cNvSpPr txBox="1"/>
          <p:nvPr>
            <p:ph idx="8" type="subTitle"/>
          </p:nvPr>
        </p:nvSpPr>
        <p:spPr>
          <a:xfrm>
            <a:off x="4231800" y="2370426"/>
            <a:ext cx="1615500" cy="4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75" name="Google Shape;75;p8"/>
          <p:cNvSpPr txBox="1"/>
          <p:nvPr>
            <p:ph idx="9" type="subTitle"/>
          </p:nvPr>
        </p:nvSpPr>
        <p:spPr>
          <a:xfrm>
            <a:off x="4231800" y="2829850"/>
            <a:ext cx="14454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6" name="Google Shape;76;p8"/>
          <p:cNvSpPr/>
          <p:nvPr>
            <p:ph idx="13" type="pic"/>
          </p:nvPr>
        </p:nvSpPr>
        <p:spPr>
          <a:xfrm>
            <a:off x="3154650" y="3173818"/>
            <a:ext cx="1074900" cy="1505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77" name="Google Shape;77;p8"/>
          <p:cNvSpPr txBox="1"/>
          <p:nvPr>
            <p:ph idx="14" type="subTitle"/>
          </p:nvPr>
        </p:nvSpPr>
        <p:spPr>
          <a:xfrm>
            <a:off x="4231800" y="4031889"/>
            <a:ext cx="1615500" cy="4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78" name="Google Shape;78;p8"/>
          <p:cNvSpPr/>
          <p:nvPr>
            <p:ph idx="15" type="pic"/>
          </p:nvPr>
        </p:nvSpPr>
        <p:spPr>
          <a:xfrm>
            <a:off x="6080700" y="1512356"/>
            <a:ext cx="1074900" cy="1505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79" name="Google Shape;79;p8"/>
          <p:cNvSpPr txBox="1"/>
          <p:nvPr>
            <p:ph idx="16" type="subTitle"/>
          </p:nvPr>
        </p:nvSpPr>
        <p:spPr>
          <a:xfrm>
            <a:off x="7157850" y="2370426"/>
            <a:ext cx="1615500" cy="4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80" name="Google Shape;80;p8"/>
          <p:cNvSpPr txBox="1"/>
          <p:nvPr>
            <p:ph idx="17" type="subTitle"/>
          </p:nvPr>
        </p:nvSpPr>
        <p:spPr>
          <a:xfrm>
            <a:off x="7157850" y="2829850"/>
            <a:ext cx="14454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1" name="Google Shape;81;p8"/>
          <p:cNvSpPr/>
          <p:nvPr>
            <p:ph idx="18" type="pic"/>
          </p:nvPr>
        </p:nvSpPr>
        <p:spPr>
          <a:xfrm>
            <a:off x="6080700" y="3173818"/>
            <a:ext cx="1074900" cy="1505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82" name="Google Shape;82;p8"/>
          <p:cNvSpPr txBox="1"/>
          <p:nvPr>
            <p:ph idx="19" type="subTitle"/>
          </p:nvPr>
        </p:nvSpPr>
        <p:spPr>
          <a:xfrm>
            <a:off x="7157850" y="4031889"/>
            <a:ext cx="1615500" cy="4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83" name="Google Shape;83;p8"/>
          <p:cNvSpPr txBox="1"/>
          <p:nvPr>
            <p:ph idx="20" type="subTitle"/>
          </p:nvPr>
        </p:nvSpPr>
        <p:spPr>
          <a:xfrm>
            <a:off x="4250800" y="4491312"/>
            <a:ext cx="14454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4" name="Google Shape;84;p8"/>
          <p:cNvSpPr txBox="1"/>
          <p:nvPr>
            <p:ph idx="21" type="subTitle"/>
          </p:nvPr>
        </p:nvSpPr>
        <p:spPr>
          <a:xfrm>
            <a:off x="7157850" y="4491312"/>
            <a:ext cx="14454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5" name="Google Shape;85;p8"/>
          <p:cNvSpPr txBox="1"/>
          <p:nvPr>
            <p:ph type="title"/>
          </p:nvPr>
        </p:nvSpPr>
        <p:spPr>
          <a:xfrm>
            <a:off x="228600" y="399325"/>
            <a:ext cx="3531300" cy="6246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/>
            </a:lvl1pPr>
            <a:lvl2pPr lvl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86" name="Google Shape;86;p8"/>
          <p:cNvSpPr txBox="1"/>
          <p:nvPr>
            <p:ph idx="22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7" name="Google Shape;87;p8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Large">
  <p:cSld name="BLANK_1_1_2_1_1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0" name="Google Shape;90;p9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1" name="Google Shape;91;p9"/>
          <p:cNvSpPr txBox="1"/>
          <p:nvPr>
            <p:ph idx="2" type="subTitle"/>
          </p:nvPr>
        </p:nvSpPr>
        <p:spPr>
          <a:xfrm>
            <a:off x="228600" y="3337825"/>
            <a:ext cx="2118600" cy="345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92" name="Google Shape;92;p9"/>
          <p:cNvSpPr txBox="1"/>
          <p:nvPr>
            <p:ph idx="3" type="subTitle"/>
          </p:nvPr>
        </p:nvSpPr>
        <p:spPr>
          <a:xfrm>
            <a:off x="228600" y="3547550"/>
            <a:ext cx="2062200" cy="345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3" name="Google Shape;93;p9"/>
          <p:cNvSpPr/>
          <p:nvPr>
            <p:ph idx="4" type="pic"/>
          </p:nvPr>
        </p:nvSpPr>
        <p:spPr>
          <a:xfrm>
            <a:off x="228600" y="1457950"/>
            <a:ext cx="1023900" cy="15363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94" name="Google Shape;94;p9"/>
          <p:cNvSpPr txBox="1"/>
          <p:nvPr>
            <p:ph idx="5" type="body"/>
          </p:nvPr>
        </p:nvSpPr>
        <p:spPr>
          <a:xfrm>
            <a:off x="228600" y="3939125"/>
            <a:ext cx="1785300" cy="74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95" name="Google Shape;95;p9"/>
          <p:cNvSpPr txBox="1"/>
          <p:nvPr>
            <p:ph idx="6" type="subTitle"/>
          </p:nvPr>
        </p:nvSpPr>
        <p:spPr>
          <a:xfrm>
            <a:off x="2423700" y="3337825"/>
            <a:ext cx="2118600" cy="345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96" name="Google Shape;96;p9"/>
          <p:cNvSpPr txBox="1"/>
          <p:nvPr>
            <p:ph idx="7" type="subTitle"/>
          </p:nvPr>
        </p:nvSpPr>
        <p:spPr>
          <a:xfrm>
            <a:off x="2423700" y="3547550"/>
            <a:ext cx="2118600" cy="345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7" name="Google Shape;97;p9"/>
          <p:cNvSpPr/>
          <p:nvPr>
            <p:ph idx="8" type="pic"/>
          </p:nvPr>
        </p:nvSpPr>
        <p:spPr>
          <a:xfrm>
            <a:off x="2423700" y="1457950"/>
            <a:ext cx="1023900" cy="15363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98" name="Google Shape;98;p9"/>
          <p:cNvSpPr txBox="1"/>
          <p:nvPr>
            <p:ph idx="9" type="body"/>
          </p:nvPr>
        </p:nvSpPr>
        <p:spPr>
          <a:xfrm>
            <a:off x="2423700" y="3939125"/>
            <a:ext cx="1785300" cy="74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99" name="Google Shape;99;p9"/>
          <p:cNvSpPr txBox="1"/>
          <p:nvPr>
            <p:ph idx="13" type="subTitle"/>
          </p:nvPr>
        </p:nvSpPr>
        <p:spPr>
          <a:xfrm>
            <a:off x="4618800" y="3337827"/>
            <a:ext cx="2062200" cy="345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00" name="Google Shape;100;p9"/>
          <p:cNvSpPr txBox="1"/>
          <p:nvPr>
            <p:ph idx="14" type="subTitle"/>
          </p:nvPr>
        </p:nvSpPr>
        <p:spPr>
          <a:xfrm>
            <a:off x="4618800" y="3547550"/>
            <a:ext cx="2062200" cy="345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1" name="Google Shape;101;p9"/>
          <p:cNvSpPr/>
          <p:nvPr>
            <p:ph idx="15" type="pic"/>
          </p:nvPr>
        </p:nvSpPr>
        <p:spPr>
          <a:xfrm>
            <a:off x="4618800" y="1457950"/>
            <a:ext cx="1023900" cy="15363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102" name="Google Shape;102;p9"/>
          <p:cNvSpPr txBox="1"/>
          <p:nvPr>
            <p:ph idx="16" type="body"/>
          </p:nvPr>
        </p:nvSpPr>
        <p:spPr>
          <a:xfrm>
            <a:off x="4618800" y="3939125"/>
            <a:ext cx="1785300" cy="74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03" name="Google Shape;103;p9"/>
          <p:cNvSpPr txBox="1"/>
          <p:nvPr>
            <p:ph idx="17" type="subTitle"/>
          </p:nvPr>
        </p:nvSpPr>
        <p:spPr>
          <a:xfrm>
            <a:off x="6796750" y="3337800"/>
            <a:ext cx="2118600" cy="345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04" name="Google Shape;104;p9"/>
          <p:cNvSpPr txBox="1"/>
          <p:nvPr>
            <p:ph idx="18" type="subTitle"/>
          </p:nvPr>
        </p:nvSpPr>
        <p:spPr>
          <a:xfrm>
            <a:off x="6796750" y="3547550"/>
            <a:ext cx="2118600" cy="345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5" name="Google Shape;105;p9"/>
          <p:cNvSpPr/>
          <p:nvPr>
            <p:ph idx="19" type="pic"/>
          </p:nvPr>
        </p:nvSpPr>
        <p:spPr>
          <a:xfrm>
            <a:off x="6796738" y="1457950"/>
            <a:ext cx="1023900" cy="15363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106" name="Google Shape;106;p9"/>
          <p:cNvSpPr txBox="1"/>
          <p:nvPr>
            <p:ph idx="20" type="body"/>
          </p:nvPr>
        </p:nvSpPr>
        <p:spPr>
          <a:xfrm>
            <a:off x="6796750" y="3939125"/>
            <a:ext cx="1785300" cy="74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07" name="Google Shape;107;p9"/>
          <p:cNvSpPr txBox="1"/>
          <p:nvPr>
            <p:ph type="title"/>
          </p:nvPr>
        </p:nvSpPr>
        <p:spPr>
          <a:xfrm>
            <a:off x="228600" y="399325"/>
            <a:ext cx="3531300" cy="6246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/>
            </a:lvl1pPr>
            <a:lvl2pPr lvl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 Alt 1">
  <p:cSld name="CUSTOM_4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0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0" name="Google Shape;110;p10"/>
          <p:cNvSpPr txBox="1"/>
          <p:nvPr>
            <p:ph idx="2" type="body"/>
          </p:nvPr>
        </p:nvSpPr>
        <p:spPr>
          <a:xfrm>
            <a:off x="6231000" y="3124025"/>
            <a:ext cx="2684400" cy="507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11" name="Google Shape;111;p10"/>
          <p:cNvSpPr txBox="1"/>
          <p:nvPr>
            <p:ph idx="3" type="body"/>
          </p:nvPr>
        </p:nvSpPr>
        <p:spPr>
          <a:xfrm>
            <a:off x="6231000" y="4241250"/>
            <a:ext cx="2751300" cy="507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12" name="Google Shape;112;p10"/>
          <p:cNvSpPr txBox="1"/>
          <p:nvPr>
            <p:ph idx="4" type="subTitle"/>
          </p:nvPr>
        </p:nvSpPr>
        <p:spPr>
          <a:xfrm>
            <a:off x="6231000" y="3897900"/>
            <a:ext cx="2913000" cy="246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13" name="Google Shape;113;p10"/>
          <p:cNvSpPr txBox="1"/>
          <p:nvPr>
            <p:ph idx="5" type="subTitle"/>
          </p:nvPr>
        </p:nvSpPr>
        <p:spPr>
          <a:xfrm>
            <a:off x="6231000" y="2780875"/>
            <a:ext cx="2913000" cy="246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14" name="Google Shape;114;p10"/>
          <p:cNvSpPr txBox="1"/>
          <p:nvPr>
            <p:ph idx="6" type="subTitle"/>
          </p:nvPr>
        </p:nvSpPr>
        <p:spPr>
          <a:xfrm>
            <a:off x="6231000" y="1459700"/>
            <a:ext cx="2913000" cy="246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15" name="Google Shape;115;p10"/>
          <p:cNvSpPr txBox="1"/>
          <p:nvPr>
            <p:ph idx="7" type="subTitle"/>
          </p:nvPr>
        </p:nvSpPr>
        <p:spPr>
          <a:xfrm>
            <a:off x="2872500" y="3328000"/>
            <a:ext cx="2834700" cy="3264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16" name="Google Shape;116;p10"/>
          <p:cNvSpPr txBox="1"/>
          <p:nvPr>
            <p:ph type="title"/>
          </p:nvPr>
        </p:nvSpPr>
        <p:spPr>
          <a:xfrm>
            <a:off x="228600" y="399332"/>
            <a:ext cx="2834700" cy="6120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/>
            </a:lvl1pPr>
            <a:lvl2pPr lvl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17" name="Google Shape;117;p10"/>
          <p:cNvSpPr/>
          <p:nvPr>
            <p:ph idx="8" type="pic"/>
          </p:nvPr>
        </p:nvSpPr>
        <p:spPr>
          <a:xfrm>
            <a:off x="228450" y="1459775"/>
            <a:ext cx="2101200" cy="1438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18" name="Google Shape;118;p10"/>
          <p:cNvSpPr txBox="1"/>
          <p:nvPr>
            <p:ph idx="9" type="subTitle"/>
          </p:nvPr>
        </p:nvSpPr>
        <p:spPr>
          <a:xfrm>
            <a:off x="228450" y="3052975"/>
            <a:ext cx="10101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19" name="Google Shape;119;p10"/>
          <p:cNvSpPr txBox="1"/>
          <p:nvPr>
            <p:ph idx="13" type="subTitle"/>
          </p:nvPr>
        </p:nvSpPr>
        <p:spPr>
          <a:xfrm>
            <a:off x="228450" y="3350375"/>
            <a:ext cx="10101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20" name="Google Shape;120;p10"/>
          <p:cNvSpPr txBox="1"/>
          <p:nvPr>
            <p:ph idx="14" type="subTitle"/>
          </p:nvPr>
        </p:nvSpPr>
        <p:spPr>
          <a:xfrm>
            <a:off x="228450" y="3648065"/>
            <a:ext cx="10101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21" name="Google Shape;121;p10"/>
          <p:cNvSpPr txBox="1"/>
          <p:nvPr>
            <p:ph idx="15" type="subTitle"/>
          </p:nvPr>
        </p:nvSpPr>
        <p:spPr>
          <a:xfrm>
            <a:off x="228450" y="3945765"/>
            <a:ext cx="10101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22" name="Google Shape;122;p10"/>
          <p:cNvSpPr txBox="1"/>
          <p:nvPr>
            <p:ph idx="16" type="subTitle"/>
          </p:nvPr>
        </p:nvSpPr>
        <p:spPr>
          <a:xfrm>
            <a:off x="228450" y="4241899"/>
            <a:ext cx="10101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23" name="Google Shape;123;p10"/>
          <p:cNvSpPr txBox="1"/>
          <p:nvPr>
            <p:ph idx="17" type="subTitle"/>
          </p:nvPr>
        </p:nvSpPr>
        <p:spPr>
          <a:xfrm>
            <a:off x="228450" y="4540679"/>
            <a:ext cx="10101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24" name="Google Shape;124;p10"/>
          <p:cNvSpPr txBox="1"/>
          <p:nvPr>
            <p:ph idx="18" type="subTitle"/>
          </p:nvPr>
        </p:nvSpPr>
        <p:spPr>
          <a:xfrm>
            <a:off x="1275750" y="3052380"/>
            <a:ext cx="10539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5" name="Google Shape;125;p10"/>
          <p:cNvSpPr txBox="1"/>
          <p:nvPr>
            <p:ph idx="19" type="subTitle"/>
          </p:nvPr>
        </p:nvSpPr>
        <p:spPr>
          <a:xfrm>
            <a:off x="1275750" y="3349779"/>
            <a:ext cx="10539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6" name="Google Shape;126;p10"/>
          <p:cNvSpPr txBox="1"/>
          <p:nvPr>
            <p:ph idx="20" type="subTitle"/>
          </p:nvPr>
        </p:nvSpPr>
        <p:spPr>
          <a:xfrm>
            <a:off x="1275750" y="3647468"/>
            <a:ext cx="10539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7" name="Google Shape;127;p10"/>
          <p:cNvSpPr txBox="1"/>
          <p:nvPr>
            <p:ph idx="21" type="subTitle"/>
          </p:nvPr>
        </p:nvSpPr>
        <p:spPr>
          <a:xfrm>
            <a:off x="1275750" y="3945167"/>
            <a:ext cx="10539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8" name="Google Shape;128;p10"/>
          <p:cNvSpPr txBox="1"/>
          <p:nvPr>
            <p:ph idx="22" type="subTitle"/>
          </p:nvPr>
        </p:nvSpPr>
        <p:spPr>
          <a:xfrm>
            <a:off x="1275750" y="4241301"/>
            <a:ext cx="10539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9" name="Google Shape;129;p10"/>
          <p:cNvSpPr txBox="1"/>
          <p:nvPr>
            <p:ph idx="23" type="subTitle"/>
          </p:nvPr>
        </p:nvSpPr>
        <p:spPr>
          <a:xfrm>
            <a:off x="1275750" y="4540080"/>
            <a:ext cx="10539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0" name="Google Shape;130;p10"/>
          <p:cNvSpPr txBox="1"/>
          <p:nvPr>
            <p:ph idx="24" type="subTitle"/>
          </p:nvPr>
        </p:nvSpPr>
        <p:spPr>
          <a:xfrm>
            <a:off x="2863000" y="1925972"/>
            <a:ext cx="26844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31" name="Google Shape;131;p10"/>
          <p:cNvSpPr txBox="1"/>
          <p:nvPr>
            <p:ph idx="25" type="subTitle"/>
          </p:nvPr>
        </p:nvSpPr>
        <p:spPr>
          <a:xfrm>
            <a:off x="2863000" y="3668715"/>
            <a:ext cx="2560500" cy="124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2" name="Google Shape;132;p10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3" name="Google Shape;133;p10"/>
          <p:cNvSpPr txBox="1"/>
          <p:nvPr>
            <p:ph idx="26" type="subTitle"/>
          </p:nvPr>
        </p:nvSpPr>
        <p:spPr>
          <a:xfrm>
            <a:off x="6231000" y="1801500"/>
            <a:ext cx="1318200" cy="31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4" name="Google Shape;134;p10"/>
          <p:cNvSpPr txBox="1"/>
          <p:nvPr>
            <p:ph idx="27" type="subTitle"/>
          </p:nvPr>
        </p:nvSpPr>
        <p:spPr>
          <a:xfrm>
            <a:off x="6231000" y="2190625"/>
            <a:ext cx="1318200" cy="31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5" name="Google Shape;135;p10"/>
          <p:cNvSpPr txBox="1"/>
          <p:nvPr>
            <p:ph idx="28" type="subTitle"/>
          </p:nvPr>
        </p:nvSpPr>
        <p:spPr>
          <a:xfrm>
            <a:off x="7597200" y="2190625"/>
            <a:ext cx="1318200" cy="31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6" name="Google Shape;136;p10"/>
          <p:cNvSpPr txBox="1"/>
          <p:nvPr>
            <p:ph idx="29" type="subTitle"/>
          </p:nvPr>
        </p:nvSpPr>
        <p:spPr>
          <a:xfrm>
            <a:off x="7597200" y="1801500"/>
            <a:ext cx="1318200" cy="31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 Alt 2">
  <p:cSld name="CUSTOM_4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1"/>
          <p:cNvSpPr txBox="1"/>
          <p:nvPr>
            <p:ph idx="1" type="body"/>
          </p:nvPr>
        </p:nvSpPr>
        <p:spPr>
          <a:xfrm>
            <a:off x="2857500" y="1803950"/>
            <a:ext cx="3132000" cy="6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39" name="Google Shape;139;p11"/>
          <p:cNvSpPr txBox="1"/>
          <p:nvPr>
            <p:ph idx="2" type="body"/>
          </p:nvPr>
        </p:nvSpPr>
        <p:spPr>
          <a:xfrm>
            <a:off x="232075" y="1803950"/>
            <a:ext cx="2094900" cy="6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40" name="Google Shape;140;p11"/>
          <p:cNvSpPr txBox="1"/>
          <p:nvPr>
            <p:ph idx="3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41" name="Google Shape;141;p11"/>
          <p:cNvSpPr txBox="1"/>
          <p:nvPr>
            <p:ph idx="4" type="subTitle"/>
          </p:nvPr>
        </p:nvSpPr>
        <p:spPr>
          <a:xfrm>
            <a:off x="232075" y="1461175"/>
            <a:ext cx="2191500" cy="246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42" name="Google Shape;142;p11"/>
          <p:cNvSpPr txBox="1"/>
          <p:nvPr>
            <p:ph type="title"/>
          </p:nvPr>
        </p:nvSpPr>
        <p:spPr>
          <a:xfrm>
            <a:off x="228600" y="399332"/>
            <a:ext cx="2834700" cy="6120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/>
            </a:lvl1pPr>
            <a:lvl2pPr lvl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43" name="Google Shape;143;p11"/>
          <p:cNvSpPr txBox="1"/>
          <p:nvPr>
            <p:ph idx="5" type="subTitle"/>
          </p:nvPr>
        </p:nvSpPr>
        <p:spPr>
          <a:xfrm>
            <a:off x="235800" y="4357700"/>
            <a:ext cx="1008300" cy="31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4" name="Google Shape;144;p11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5" name="Google Shape;145;p11"/>
          <p:cNvSpPr txBox="1"/>
          <p:nvPr>
            <p:ph idx="6" type="subTitle"/>
          </p:nvPr>
        </p:nvSpPr>
        <p:spPr>
          <a:xfrm>
            <a:off x="232075" y="2526010"/>
            <a:ext cx="2191500" cy="246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46" name="Google Shape;146;p11"/>
          <p:cNvSpPr txBox="1"/>
          <p:nvPr>
            <p:ph idx="7" type="subTitle"/>
          </p:nvPr>
        </p:nvSpPr>
        <p:spPr>
          <a:xfrm>
            <a:off x="232075" y="3993715"/>
            <a:ext cx="2191500" cy="246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47" name="Google Shape;147;p11"/>
          <p:cNvSpPr txBox="1"/>
          <p:nvPr>
            <p:ph idx="8" type="subTitle"/>
          </p:nvPr>
        </p:nvSpPr>
        <p:spPr>
          <a:xfrm>
            <a:off x="1324825" y="4357700"/>
            <a:ext cx="1008300" cy="31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8" name="Google Shape;148;p11"/>
          <p:cNvSpPr txBox="1"/>
          <p:nvPr>
            <p:ph idx="9" type="subTitle"/>
          </p:nvPr>
        </p:nvSpPr>
        <p:spPr>
          <a:xfrm>
            <a:off x="230577" y="2877300"/>
            <a:ext cx="9960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9" name="Google Shape;149;p11"/>
          <p:cNvSpPr txBox="1"/>
          <p:nvPr>
            <p:ph idx="13" type="subTitle"/>
          </p:nvPr>
        </p:nvSpPr>
        <p:spPr>
          <a:xfrm>
            <a:off x="230577" y="3195950"/>
            <a:ext cx="9960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0" name="Google Shape;150;p11"/>
          <p:cNvSpPr txBox="1"/>
          <p:nvPr>
            <p:ph idx="14" type="subTitle"/>
          </p:nvPr>
        </p:nvSpPr>
        <p:spPr>
          <a:xfrm>
            <a:off x="230577" y="3514375"/>
            <a:ext cx="9960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1" name="Google Shape;151;p11"/>
          <p:cNvSpPr txBox="1"/>
          <p:nvPr>
            <p:ph idx="15" type="subTitle"/>
          </p:nvPr>
        </p:nvSpPr>
        <p:spPr>
          <a:xfrm>
            <a:off x="1330977" y="2877300"/>
            <a:ext cx="9960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2" name="Google Shape;152;p11"/>
          <p:cNvSpPr txBox="1"/>
          <p:nvPr>
            <p:ph idx="16" type="subTitle"/>
          </p:nvPr>
        </p:nvSpPr>
        <p:spPr>
          <a:xfrm>
            <a:off x="1330977" y="3195950"/>
            <a:ext cx="9960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3" name="Google Shape;153;p11"/>
          <p:cNvSpPr txBox="1"/>
          <p:nvPr>
            <p:ph idx="17" type="subTitle"/>
          </p:nvPr>
        </p:nvSpPr>
        <p:spPr>
          <a:xfrm>
            <a:off x="1330977" y="3514375"/>
            <a:ext cx="9960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4" name="Google Shape;154;p11"/>
          <p:cNvSpPr txBox="1"/>
          <p:nvPr>
            <p:ph idx="18" type="subTitle"/>
          </p:nvPr>
        </p:nvSpPr>
        <p:spPr>
          <a:xfrm>
            <a:off x="2857500" y="1461175"/>
            <a:ext cx="2191500" cy="246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55" name="Google Shape;155;p11"/>
          <p:cNvSpPr txBox="1"/>
          <p:nvPr>
            <p:ph idx="19" type="subTitle"/>
          </p:nvPr>
        </p:nvSpPr>
        <p:spPr>
          <a:xfrm>
            <a:off x="2857500" y="2526271"/>
            <a:ext cx="2191500" cy="246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56" name="Google Shape;156;p11"/>
          <p:cNvSpPr txBox="1"/>
          <p:nvPr>
            <p:ph idx="20" type="subTitle"/>
          </p:nvPr>
        </p:nvSpPr>
        <p:spPr>
          <a:xfrm>
            <a:off x="2857500" y="3992371"/>
            <a:ext cx="2191500" cy="246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57" name="Google Shape;157;p11"/>
          <p:cNvSpPr txBox="1"/>
          <p:nvPr>
            <p:ph idx="21" type="subTitle"/>
          </p:nvPr>
        </p:nvSpPr>
        <p:spPr>
          <a:xfrm>
            <a:off x="2857502" y="2877300"/>
            <a:ext cx="9960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8" name="Google Shape;158;p11"/>
          <p:cNvSpPr txBox="1"/>
          <p:nvPr>
            <p:ph idx="22" type="subTitle"/>
          </p:nvPr>
        </p:nvSpPr>
        <p:spPr>
          <a:xfrm>
            <a:off x="2857502" y="3195950"/>
            <a:ext cx="9960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9" name="Google Shape;159;p11"/>
          <p:cNvSpPr txBox="1"/>
          <p:nvPr>
            <p:ph idx="23" type="subTitle"/>
          </p:nvPr>
        </p:nvSpPr>
        <p:spPr>
          <a:xfrm>
            <a:off x="2857502" y="3514375"/>
            <a:ext cx="9960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60" name="Google Shape;160;p11"/>
          <p:cNvSpPr txBox="1"/>
          <p:nvPr>
            <p:ph idx="24" type="subTitle"/>
          </p:nvPr>
        </p:nvSpPr>
        <p:spPr>
          <a:xfrm>
            <a:off x="6231050" y="1461175"/>
            <a:ext cx="2684400" cy="246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61" name="Google Shape;161;p11"/>
          <p:cNvSpPr txBox="1"/>
          <p:nvPr>
            <p:ph idx="25" type="subTitle"/>
          </p:nvPr>
        </p:nvSpPr>
        <p:spPr>
          <a:xfrm>
            <a:off x="6231050" y="3257297"/>
            <a:ext cx="2684400" cy="246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62" name="Google Shape;162;p11"/>
          <p:cNvSpPr txBox="1"/>
          <p:nvPr>
            <p:ph idx="26" type="subTitle"/>
          </p:nvPr>
        </p:nvSpPr>
        <p:spPr>
          <a:xfrm>
            <a:off x="6231050" y="1803600"/>
            <a:ext cx="14757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63" name="Google Shape;163;p11"/>
          <p:cNvSpPr txBox="1"/>
          <p:nvPr>
            <p:ph idx="27" type="subTitle"/>
          </p:nvPr>
        </p:nvSpPr>
        <p:spPr>
          <a:xfrm>
            <a:off x="6231050" y="2056043"/>
            <a:ext cx="14757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64" name="Google Shape;164;p11"/>
          <p:cNvSpPr txBox="1"/>
          <p:nvPr>
            <p:ph idx="28" type="subTitle"/>
          </p:nvPr>
        </p:nvSpPr>
        <p:spPr>
          <a:xfrm>
            <a:off x="6231050" y="2308487"/>
            <a:ext cx="14757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65" name="Google Shape;165;p11"/>
          <p:cNvSpPr txBox="1"/>
          <p:nvPr>
            <p:ph idx="29" type="subTitle"/>
          </p:nvPr>
        </p:nvSpPr>
        <p:spPr>
          <a:xfrm>
            <a:off x="6231050" y="2560930"/>
            <a:ext cx="14757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66" name="Google Shape;166;p11"/>
          <p:cNvSpPr txBox="1"/>
          <p:nvPr>
            <p:ph idx="30" type="subTitle"/>
          </p:nvPr>
        </p:nvSpPr>
        <p:spPr>
          <a:xfrm>
            <a:off x="6231050" y="2813374"/>
            <a:ext cx="14757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itle only">
  <p:cSld name="BLANK_1_1_1_1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2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69" name="Google Shape;169;p12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70" name="Google Shape;170;p12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steps">
  <p:cSld name="BLANK_1_1_1_1_3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3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73" name="Google Shape;173;p13"/>
          <p:cNvSpPr txBox="1"/>
          <p:nvPr>
            <p:ph idx="2" type="subTitle"/>
          </p:nvPr>
        </p:nvSpPr>
        <p:spPr>
          <a:xfrm>
            <a:off x="333888" y="3130382"/>
            <a:ext cx="1288200" cy="4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Font typeface="Forum"/>
              <a:buNone/>
              <a:defRPr sz="7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74" name="Google Shape;174;p13"/>
          <p:cNvSpPr txBox="1"/>
          <p:nvPr>
            <p:ph idx="3" type="subTitle"/>
          </p:nvPr>
        </p:nvSpPr>
        <p:spPr>
          <a:xfrm>
            <a:off x="2084963" y="3130382"/>
            <a:ext cx="1288200" cy="4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Font typeface="Forum"/>
              <a:buNone/>
              <a:defRPr sz="7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75" name="Google Shape;175;p13"/>
          <p:cNvSpPr txBox="1"/>
          <p:nvPr>
            <p:ph idx="4" type="subTitle"/>
          </p:nvPr>
        </p:nvSpPr>
        <p:spPr>
          <a:xfrm>
            <a:off x="3783713" y="3130382"/>
            <a:ext cx="1288200" cy="4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Font typeface="Forum"/>
              <a:buNone/>
              <a:defRPr sz="7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76" name="Google Shape;176;p13"/>
          <p:cNvSpPr txBox="1"/>
          <p:nvPr>
            <p:ph idx="5" type="subTitle"/>
          </p:nvPr>
        </p:nvSpPr>
        <p:spPr>
          <a:xfrm>
            <a:off x="7521925" y="3130382"/>
            <a:ext cx="1288200" cy="4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Font typeface="Forum"/>
              <a:buNone/>
              <a:defRPr sz="7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77" name="Google Shape;177;p13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78" name="Google Shape;178;p13"/>
          <p:cNvSpPr txBox="1"/>
          <p:nvPr>
            <p:ph idx="6" type="subTitle"/>
          </p:nvPr>
        </p:nvSpPr>
        <p:spPr>
          <a:xfrm>
            <a:off x="228600" y="3793273"/>
            <a:ext cx="1498800" cy="89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79" name="Google Shape;179;p13"/>
          <p:cNvSpPr txBox="1"/>
          <p:nvPr>
            <p:ph idx="7" type="subTitle"/>
          </p:nvPr>
        </p:nvSpPr>
        <p:spPr>
          <a:xfrm>
            <a:off x="1979675" y="3793273"/>
            <a:ext cx="1498800" cy="89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0" name="Google Shape;180;p13"/>
          <p:cNvSpPr txBox="1"/>
          <p:nvPr>
            <p:ph idx="8" type="subTitle"/>
          </p:nvPr>
        </p:nvSpPr>
        <p:spPr>
          <a:xfrm>
            <a:off x="3678425" y="3793273"/>
            <a:ext cx="1498800" cy="89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1" name="Google Shape;181;p13"/>
          <p:cNvSpPr txBox="1"/>
          <p:nvPr>
            <p:ph idx="9" type="subTitle"/>
          </p:nvPr>
        </p:nvSpPr>
        <p:spPr>
          <a:xfrm>
            <a:off x="5554425" y="2789523"/>
            <a:ext cx="1498800" cy="89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2" name="Google Shape;182;p13"/>
          <p:cNvSpPr txBox="1"/>
          <p:nvPr>
            <p:ph idx="13" type="subTitle"/>
          </p:nvPr>
        </p:nvSpPr>
        <p:spPr>
          <a:xfrm>
            <a:off x="7416625" y="3793273"/>
            <a:ext cx="1498800" cy="89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3" name="Google Shape;183;p13"/>
          <p:cNvSpPr txBox="1"/>
          <p:nvPr>
            <p:ph idx="14" type="subTitle"/>
          </p:nvPr>
        </p:nvSpPr>
        <p:spPr>
          <a:xfrm>
            <a:off x="5659713" y="2324029"/>
            <a:ext cx="1288200" cy="4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Forum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84" name="Google Shape;184;p13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PIs">
  <p:cSld name="CUSTOM_5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4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7" name="Google Shape;187;p14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8" name="Google Shape;188;p14"/>
          <p:cNvSpPr txBox="1"/>
          <p:nvPr>
            <p:ph idx="2" type="body"/>
          </p:nvPr>
        </p:nvSpPr>
        <p:spPr>
          <a:xfrm>
            <a:off x="232375" y="2557050"/>
            <a:ext cx="2101200" cy="6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89" name="Google Shape;189;p14"/>
          <p:cNvSpPr txBox="1"/>
          <p:nvPr>
            <p:ph idx="3" type="subTitle"/>
          </p:nvPr>
        </p:nvSpPr>
        <p:spPr>
          <a:xfrm>
            <a:off x="233650" y="2062800"/>
            <a:ext cx="2101200" cy="452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90" name="Google Shape;190;p14"/>
          <p:cNvSpPr txBox="1"/>
          <p:nvPr>
            <p:ph idx="4" type="subTitle"/>
          </p:nvPr>
        </p:nvSpPr>
        <p:spPr>
          <a:xfrm>
            <a:off x="2423700" y="2064300"/>
            <a:ext cx="2101200" cy="452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91" name="Google Shape;191;p14"/>
          <p:cNvSpPr txBox="1"/>
          <p:nvPr>
            <p:ph idx="5" type="subTitle"/>
          </p:nvPr>
        </p:nvSpPr>
        <p:spPr>
          <a:xfrm>
            <a:off x="4618800" y="2062800"/>
            <a:ext cx="2101200" cy="452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92" name="Google Shape;192;p14"/>
          <p:cNvSpPr txBox="1"/>
          <p:nvPr>
            <p:ph idx="6" type="subTitle"/>
          </p:nvPr>
        </p:nvSpPr>
        <p:spPr>
          <a:xfrm>
            <a:off x="6813900" y="2062800"/>
            <a:ext cx="2101200" cy="452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93" name="Google Shape;193;p14"/>
          <p:cNvSpPr txBox="1"/>
          <p:nvPr>
            <p:ph idx="7" type="body"/>
          </p:nvPr>
        </p:nvSpPr>
        <p:spPr>
          <a:xfrm>
            <a:off x="2423850" y="2557050"/>
            <a:ext cx="2101200" cy="6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94" name="Google Shape;194;p14"/>
          <p:cNvSpPr txBox="1"/>
          <p:nvPr>
            <p:ph idx="8" type="body"/>
          </p:nvPr>
        </p:nvSpPr>
        <p:spPr>
          <a:xfrm>
            <a:off x="4615325" y="2553000"/>
            <a:ext cx="2101200" cy="6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95" name="Google Shape;195;p14"/>
          <p:cNvSpPr txBox="1"/>
          <p:nvPr>
            <p:ph idx="9" type="body"/>
          </p:nvPr>
        </p:nvSpPr>
        <p:spPr>
          <a:xfrm>
            <a:off x="6806800" y="2553000"/>
            <a:ext cx="2101200" cy="6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96" name="Google Shape;196;p14"/>
          <p:cNvSpPr txBox="1"/>
          <p:nvPr>
            <p:ph idx="13" type="subTitle"/>
          </p:nvPr>
        </p:nvSpPr>
        <p:spPr>
          <a:xfrm>
            <a:off x="433925" y="3625550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97" name="Google Shape;197;p14"/>
          <p:cNvSpPr txBox="1"/>
          <p:nvPr>
            <p:ph idx="14" type="subTitle"/>
          </p:nvPr>
        </p:nvSpPr>
        <p:spPr>
          <a:xfrm>
            <a:off x="433925" y="4046153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98" name="Google Shape;198;p14"/>
          <p:cNvSpPr txBox="1"/>
          <p:nvPr>
            <p:ph idx="15" type="subTitle"/>
          </p:nvPr>
        </p:nvSpPr>
        <p:spPr>
          <a:xfrm>
            <a:off x="433925" y="4464013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99" name="Google Shape;199;p14"/>
          <p:cNvSpPr txBox="1"/>
          <p:nvPr>
            <p:ph idx="16" type="subTitle"/>
          </p:nvPr>
        </p:nvSpPr>
        <p:spPr>
          <a:xfrm>
            <a:off x="2629113" y="3625550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00" name="Google Shape;200;p14"/>
          <p:cNvSpPr txBox="1"/>
          <p:nvPr>
            <p:ph idx="17" type="subTitle"/>
          </p:nvPr>
        </p:nvSpPr>
        <p:spPr>
          <a:xfrm>
            <a:off x="2629113" y="4046153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01" name="Google Shape;201;p14"/>
          <p:cNvSpPr txBox="1"/>
          <p:nvPr>
            <p:ph idx="18" type="subTitle"/>
          </p:nvPr>
        </p:nvSpPr>
        <p:spPr>
          <a:xfrm>
            <a:off x="2629113" y="4464013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02" name="Google Shape;202;p14"/>
          <p:cNvSpPr txBox="1"/>
          <p:nvPr>
            <p:ph idx="19" type="subTitle"/>
          </p:nvPr>
        </p:nvSpPr>
        <p:spPr>
          <a:xfrm>
            <a:off x="4824313" y="3625550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03" name="Google Shape;203;p14"/>
          <p:cNvSpPr txBox="1"/>
          <p:nvPr>
            <p:ph idx="20" type="subTitle"/>
          </p:nvPr>
        </p:nvSpPr>
        <p:spPr>
          <a:xfrm>
            <a:off x="4824313" y="4046153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04" name="Google Shape;204;p14"/>
          <p:cNvSpPr txBox="1"/>
          <p:nvPr>
            <p:ph idx="21" type="subTitle"/>
          </p:nvPr>
        </p:nvSpPr>
        <p:spPr>
          <a:xfrm>
            <a:off x="4824313" y="4464013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05" name="Google Shape;205;p14"/>
          <p:cNvSpPr txBox="1"/>
          <p:nvPr>
            <p:ph idx="22" type="subTitle"/>
          </p:nvPr>
        </p:nvSpPr>
        <p:spPr>
          <a:xfrm>
            <a:off x="7019513" y="3625550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06" name="Google Shape;206;p14"/>
          <p:cNvSpPr txBox="1"/>
          <p:nvPr>
            <p:ph idx="23" type="subTitle"/>
          </p:nvPr>
        </p:nvSpPr>
        <p:spPr>
          <a:xfrm>
            <a:off x="7019513" y="4046153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07" name="Google Shape;207;p14"/>
          <p:cNvSpPr txBox="1"/>
          <p:nvPr>
            <p:ph idx="24" type="subTitle"/>
          </p:nvPr>
        </p:nvSpPr>
        <p:spPr>
          <a:xfrm>
            <a:off x="7019513" y="4464013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08" name="Google Shape;208;p14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209" name="Google Shape;209;p14"/>
          <p:cNvSpPr/>
          <p:nvPr>
            <p:ph idx="25" type="pic"/>
          </p:nvPr>
        </p:nvSpPr>
        <p:spPr>
          <a:xfrm>
            <a:off x="228600" y="1538225"/>
            <a:ext cx="871500" cy="41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10" name="Google Shape;210;p14"/>
          <p:cNvSpPr/>
          <p:nvPr>
            <p:ph idx="26" type="pic"/>
          </p:nvPr>
        </p:nvSpPr>
        <p:spPr>
          <a:xfrm>
            <a:off x="2423700" y="1538225"/>
            <a:ext cx="871500" cy="41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11" name="Google Shape;211;p14"/>
          <p:cNvSpPr/>
          <p:nvPr>
            <p:ph idx="27" type="pic"/>
          </p:nvPr>
        </p:nvSpPr>
        <p:spPr>
          <a:xfrm>
            <a:off x="4618800" y="1538225"/>
            <a:ext cx="871500" cy="41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12" name="Google Shape;212;p14"/>
          <p:cNvSpPr/>
          <p:nvPr>
            <p:ph idx="28" type="pic"/>
          </p:nvPr>
        </p:nvSpPr>
        <p:spPr>
          <a:xfrm>
            <a:off x="6813900" y="1538225"/>
            <a:ext cx="871500" cy="41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ideas w/ image">
  <p:cSld name="CUSTOM_5_1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5"/>
          <p:cNvSpPr/>
          <p:nvPr>
            <p:ph idx="2" type="pic"/>
          </p:nvPr>
        </p:nvSpPr>
        <p:spPr>
          <a:xfrm>
            <a:off x="3019625" y="1353263"/>
            <a:ext cx="914400" cy="41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15" name="Google Shape;215;p15"/>
          <p:cNvSpPr/>
          <p:nvPr>
            <p:ph idx="3" type="pic"/>
          </p:nvPr>
        </p:nvSpPr>
        <p:spPr>
          <a:xfrm>
            <a:off x="5213463" y="1353263"/>
            <a:ext cx="914400" cy="41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16" name="Google Shape;216;p15"/>
          <p:cNvSpPr/>
          <p:nvPr>
            <p:ph idx="4" type="pic"/>
          </p:nvPr>
        </p:nvSpPr>
        <p:spPr>
          <a:xfrm>
            <a:off x="7407313" y="1353263"/>
            <a:ext cx="914400" cy="41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17" name="Google Shape;217;p15"/>
          <p:cNvSpPr/>
          <p:nvPr>
            <p:ph idx="5" type="pic"/>
          </p:nvPr>
        </p:nvSpPr>
        <p:spPr>
          <a:xfrm>
            <a:off x="827050" y="1353263"/>
            <a:ext cx="914400" cy="41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18" name="Google Shape;218;p15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9" name="Google Shape;219;p15"/>
          <p:cNvSpPr txBox="1"/>
          <p:nvPr>
            <p:ph idx="6" type="subTitle"/>
          </p:nvPr>
        </p:nvSpPr>
        <p:spPr>
          <a:xfrm>
            <a:off x="233650" y="1897511"/>
            <a:ext cx="2101200" cy="452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20" name="Google Shape;220;p15"/>
          <p:cNvSpPr txBox="1"/>
          <p:nvPr>
            <p:ph idx="7" type="subTitle"/>
          </p:nvPr>
        </p:nvSpPr>
        <p:spPr>
          <a:xfrm>
            <a:off x="2423700" y="1897511"/>
            <a:ext cx="2101200" cy="452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21" name="Google Shape;221;p15"/>
          <p:cNvSpPr txBox="1"/>
          <p:nvPr>
            <p:ph idx="8" type="subTitle"/>
          </p:nvPr>
        </p:nvSpPr>
        <p:spPr>
          <a:xfrm>
            <a:off x="4618800" y="1897511"/>
            <a:ext cx="2101200" cy="452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22" name="Google Shape;222;p15"/>
          <p:cNvSpPr txBox="1"/>
          <p:nvPr>
            <p:ph idx="9" type="subTitle"/>
          </p:nvPr>
        </p:nvSpPr>
        <p:spPr>
          <a:xfrm>
            <a:off x="6813900" y="1897511"/>
            <a:ext cx="2101200" cy="452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23" name="Google Shape;223;p15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224" name="Google Shape;224;p15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5" name="Google Shape;225;p15"/>
          <p:cNvSpPr txBox="1"/>
          <p:nvPr>
            <p:ph idx="13" type="subTitle"/>
          </p:nvPr>
        </p:nvSpPr>
        <p:spPr>
          <a:xfrm>
            <a:off x="228600" y="2481621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26" name="Google Shape;226;p15"/>
          <p:cNvSpPr txBox="1"/>
          <p:nvPr>
            <p:ph idx="14" type="subTitle"/>
          </p:nvPr>
        </p:nvSpPr>
        <p:spPr>
          <a:xfrm>
            <a:off x="228600" y="3169379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27" name="Google Shape;227;p15"/>
          <p:cNvSpPr txBox="1"/>
          <p:nvPr>
            <p:ph idx="15" type="subTitle"/>
          </p:nvPr>
        </p:nvSpPr>
        <p:spPr>
          <a:xfrm>
            <a:off x="228600" y="3857113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28" name="Google Shape;228;p15"/>
          <p:cNvSpPr txBox="1"/>
          <p:nvPr>
            <p:ph idx="16" type="subTitle"/>
          </p:nvPr>
        </p:nvSpPr>
        <p:spPr>
          <a:xfrm>
            <a:off x="228600" y="2692825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9" name="Google Shape;229;p15"/>
          <p:cNvSpPr txBox="1"/>
          <p:nvPr>
            <p:ph idx="17" type="subTitle"/>
          </p:nvPr>
        </p:nvSpPr>
        <p:spPr>
          <a:xfrm>
            <a:off x="228600" y="3380220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0" name="Google Shape;230;p15"/>
          <p:cNvSpPr txBox="1"/>
          <p:nvPr>
            <p:ph idx="18" type="subTitle"/>
          </p:nvPr>
        </p:nvSpPr>
        <p:spPr>
          <a:xfrm>
            <a:off x="228600" y="4068356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1" name="Google Shape;231;p15"/>
          <p:cNvSpPr txBox="1"/>
          <p:nvPr>
            <p:ph idx="19" type="subTitle"/>
          </p:nvPr>
        </p:nvSpPr>
        <p:spPr>
          <a:xfrm>
            <a:off x="2423700" y="2481621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2" name="Google Shape;232;p15"/>
          <p:cNvSpPr txBox="1"/>
          <p:nvPr>
            <p:ph idx="20" type="subTitle"/>
          </p:nvPr>
        </p:nvSpPr>
        <p:spPr>
          <a:xfrm>
            <a:off x="2423700" y="3169379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3" name="Google Shape;233;p15"/>
          <p:cNvSpPr txBox="1"/>
          <p:nvPr>
            <p:ph idx="21" type="subTitle"/>
          </p:nvPr>
        </p:nvSpPr>
        <p:spPr>
          <a:xfrm>
            <a:off x="2423700" y="3857113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4" name="Google Shape;234;p15"/>
          <p:cNvSpPr txBox="1"/>
          <p:nvPr>
            <p:ph idx="22" type="subTitle"/>
          </p:nvPr>
        </p:nvSpPr>
        <p:spPr>
          <a:xfrm>
            <a:off x="2423700" y="2692825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5" name="Google Shape;235;p15"/>
          <p:cNvSpPr txBox="1"/>
          <p:nvPr>
            <p:ph idx="23" type="subTitle"/>
          </p:nvPr>
        </p:nvSpPr>
        <p:spPr>
          <a:xfrm>
            <a:off x="2423700" y="3380220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6" name="Google Shape;236;p15"/>
          <p:cNvSpPr txBox="1"/>
          <p:nvPr>
            <p:ph idx="24" type="subTitle"/>
          </p:nvPr>
        </p:nvSpPr>
        <p:spPr>
          <a:xfrm>
            <a:off x="2423700" y="4068356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7" name="Google Shape;237;p15"/>
          <p:cNvSpPr txBox="1"/>
          <p:nvPr>
            <p:ph idx="25" type="subTitle"/>
          </p:nvPr>
        </p:nvSpPr>
        <p:spPr>
          <a:xfrm>
            <a:off x="4618800" y="2481621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8" name="Google Shape;238;p15"/>
          <p:cNvSpPr txBox="1"/>
          <p:nvPr>
            <p:ph idx="26" type="subTitle"/>
          </p:nvPr>
        </p:nvSpPr>
        <p:spPr>
          <a:xfrm>
            <a:off x="4618800" y="3169379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9" name="Google Shape;239;p15"/>
          <p:cNvSpPr txBox="1"/>
          <p:nvPr>
            <p:ph idx="27" type="subTitle"/>
          </p:nvPr>
        </p:nvSpPr>
        <p:spPr>
          <a:xfrm>
            <a:off x="4618800" y="3857113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0" name="Google Shape;240;p15"/>
          <p:cNvSpPr txBox="1"/>
          <p:nvPr>
            <p:ph idx="28" type="subTitle"/>
          </p:nvPr>
        </p:nvSpPr>
        <p:spPr>
          <a:xfrm>
            <a:off x="4618800" y="2692825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41" name="Google Shape;241;p15"/>
          <p:cNvSpPr txBox="1"/>
          <p:nvPr>
            <p:ph idx="29" type="subTitle"/>
          </p:nvPr>
        </p:nvSpPr>
        <p:spPr>
          <a:xfrm>
            <a:off x="4618800" y="3380220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42" name="Google Shape;242;p15"/>
          <p:cNvSpPr txBox="1"/>
          <p:nvPr>
            <p:ph idx="30" type="subTitle"/>
          </p:nvPr>
        </p:nvSpPr>
        <p:spPr>
          <a:xfrm>
            <a:off x="4618800" y="4068356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43" name="Google Shape;243;p15"/>
          <p:cNvSpPr txBox="1"/>
          <p:nvPr>
            <p:ph idx="31" type="subTitle"/>
          </p:nvPr>
        </p:nvSpPr>
        <p:spPr>
          <a:xfrm>
            <a:off x="6815568" y="2481621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4" name="Google Shape;244;p15"/>
          <p:cNvSpPr txBox="1"/>
          <p:nvPr>
            <p:ph idx="32" type="subTitle"/>
          </p:nvPr>
        </p:nvSpPr>
        <p:spPr>
          <a:xfrm>
            <a:off x="6815568" y="3169379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5" name="Google Shape;245;p15"/>
          <p:cNvSpPr txBox="1"/>
          <p:nvPr>
            <p:ph idx="33" type="subTitle"/>
          </p:nvPr>
        </p:nvSpPr>
        <p:spPr>
          <a:xfrm>
            <a:off x="6815568" y="3857113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6" name="Google Shape;246;p15"/>
          <p:cNvSpPr txBox="1"/>
          <p:nvPr>
            <p:ph idx="34" type="subTitle"/>
          </p:nvPr>
        </p:nvSpPr>
        <p:spPr>
          <a:xfrm>
            <a:off x="6815568" y="2692825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47" name="Google Shape;247;p15"/>
          <p:cNvSpPr txBox="1"/>
          <p:nvPr>
            <p:ph idx="35" type="subTitle"/>
          </p:nvPr>
        </p:nvSpPr>
        <p:spPr>
          <a:xfrm>
            <a:off x="6815568" y="3380220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48" name="Google Shape;248;p15"/>
          <p:cNvSpPr txBox="1"/>
          <p:nvPr>
            <p:ph idx="36" type="subTitle"/>
          </p:nvPr>
        </p:nvSpPr>
        <p:spPr>
          <a:xfrm>
            <a:off x="6815568" y="4068356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dium title only">
  <p:cSld name="BLANK_1_1_1_1_2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6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251" name="Google Shape;251;p16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2" name="Google Shape;252;p16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statement">
  <p:cSld name="BLANK_1_1_1_1_1_1">
    <p:bg>
      <p:bgPr>
        <a:solidFill>
          <a:schemeClr val="lt1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7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55" name="Google Shape;255;p17"/>
          <p:cNvSpPr/>
          <p:nvPr>
            <p:ph idx="2" type="pic"/>
          </p:nvPr>
        </p:nvSpPr>
        <p:spPr>
          <a:xfrm>
            <a:off x="1407350" y="1446450"/>
            <a:ext cx="1500300" cy="710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56" name="Google Shape;256;p17"/>
          <p:cNvSpPr txBox="1"/>
          <p:nvPr>
            <p:ph type="title"/>
          </p:nvPr>
        </p:nvSpPr>
        <p:spPr>
          <a:xfrm>
            <a:off x="1028550" y="2023325"/>
            <a:ext cx="7180800" cy="8418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</a:defRPr>
            </a:lvl1pPr>
            <a:lvl2pPr lvl="1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57" name="Google Shape;257;p17"/>
          <p:cNvSpPr/>
          <p:nvPr>
            <p:ph idx="3" type="pic"/>
          </p:nvPr>
        </p:nvSpPr>
        <p:spPr>
          <a:xfrm>
            <a:off x="5316900" y="3181200"/>
            <a:ext cx="763800" cy="763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58" name="Google Shape;258;p17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">
  <p:cSld name="BLANK_1_1_1_1_1_1_2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8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1" name="Google Shape;261;p18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62" name="Google Shape;262;p18"/>
          <p:cNvSpPr txBox="1"/>
          <p:nvPr>
            <p:ph idx="2" type="subTitle"/>
          </p:nvPr>
        </p:nvSpPr>
        <p:spPr>
          <a:xfrm>
            <a:off x="228675" y="2704139"/>
            <a:ext cx="2834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63" name="Google Shape;263;p18"/>
          <p:cNvSpPr txBox="1"/>
          <p:nvPr>
            <p:ph idx="3" type="body"/>
          </p:nvPr>
        </p:nvSpPr>
        <p:spPr>
          <a:xfrm>
            <a:off x="761025" y="3339980"/>
            <a:ext cx="1770000" cy="877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286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264" name="Google Shape;264;p18"/>
          <p:cNvSpPr txBox="1"/>
          <p:nvPr>
            <p:ph idx="4" type="subTitle"/>
          </p:nvPr>
        </p:nvSpPr>
        <p:spPr>
          <a:xfrm>
            <a:off x="3154650" y="2704139"/>
            <a:ext cx="2834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65" name="Google Shape;265;p18"/>
          <p:cNvSpPr txBox="1"/>
          <p:nvPr>
            <p:ph idx="5" type="body"/>
          </p:nvPr>
        </p:nvSpPr>
        <p:spPr>
          <a:xfrm>
            <a:off x="3687000" y="3339980"/>
            <a:ext cx="1770000" cy="877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286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266" name="Google Shape;266;p18"/>
          <p:cNvSpPr txBox="1"/>
          <p:nvPr>
            <p:ph idx="6" type="subTitle"/>
          </p:nvPr>
        </p:nvSpPr>
        <p:spPr>
          <a:xfrm>
            <a:off x="6080625" y="2704139"/>
            <a:ext cx="2834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67" name="Google Shape;267;p18"/>
          <p:cNvSpPr txBox="1"/>
          <p:nvPr>
            <p:ph idx="7" type="body"/>
          </p:nvPr>
        </p:nvSpPr>
        <p:spPr>
          <a:xfrm>
            <a:off x="6612975" y="3339980"/>
            <a:ext cx="1770000" cy="877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286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268" name="Google Shape;268;p18"/>
          <p:cNvSpPr txBox="1"/>
          <p:nvPr>
            <p:ph type="title"/>
          </p:nvPr>
        </p:nvSpPr>
        <p:spPr>
          <a:xfrm>
            <a:off x="228600" y="399325"/>
            <a:ext cx="8686800" cy="6246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/>
            </a:lvl1pPr>
            <a:lvl2pPr lvl="1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">
  <p:cSld name="CUSTOM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9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1" name="Google Shape;271;p19"/>
          <p:cNvSpPr/>
          <p:nvPr/>
        </p:nvSpPr>
        <p:spPr>
          <a:xfrm>
            <a:off x="0" y="0"/>
            <a:ext cx="24237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272" name="Google Shape;272;p19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73" name="Google Shape;273;p19"/>
          <p:cNvSpPr/>
          <p:nvPr>
            <p:ph idx="2" type="pic"/>
          </p:nvPr>
        </p:nvSpPr>
        <p:spPr>
          <a:xfrm>
            <a:off x="232825" y="457275"/>
            <a:ext cx="1966500" cy="1572900"/>
          </a:xfrm>
          <a:prstGeom prst="roundRect">
            <a:avLst>
              <a:gd fmla="val 20306" name="adj"/>
            </a:avLst>
          </a:prstGeom>
          <a:noFill/>
          <a:ln>
            <a:noFill/>
          </a:ln>
        </p:spPr>
      </p:sp>
      <p:sp>
        <p:nvSpPr>
          <p:cNvPr id="274" name="Google Shape;274;p19"/>
          <p:cNvSpPr txBox="1"/>
          <p:nvPr>
            <p:ph type="title"/>
          </p:nvPr>
        </p:nvSpPr>
        <p:spPr>
          <a:xfrm>
            <a:off x="228600" y="2224382"/>
            <a:ext cx="1966500" cy="6246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</a:defRPr>
            </a:lvl1pPr>
            <a:lvl2pPr lvl="1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75" name="Google Shape;275;p19"/>
          <p:cNvSpPr txBox="1"/>
          <p:nvPr>
            <p:ph idx="3" type="title"/>
          </p:nvPr>
        </p:nvSpPr>
        <p:spPr>
          <a:xfrm>
            <a:off x="3063300" y="457123"/>
            <a:ext cx="58521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276" name="Google Shape;276;p19"/>
          <p:cNvSpPr txBox="1"/>
          <p:nvPr>
            <p:ph idx="4" type="subTitle"/>
          </p:nvPr>
        </p:nvSpPr>
        <p:spPr>
          <a:xfrm>
            <a:off x="7160650" y="3105434"/>
            <a:ext cx="17547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77" name="Google Shape;277;p19"/>
          <p:cNvSpPr txBox="1"/>
          <p:nvPr>
            <p:ph idx="5" type="body"/>
          </p:nvPr>
        </p:nvSpPr>
        <p:spPr>
          <a:xfrm>
            <a:off x="7160650" y="3664400"/>
            <a:ext cx="1572000" cy="101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278" name="Google Shape;278;p19"/>
          <p:cNvSpPr txBox="1"/>
          <p:nvPr>
            <p:ph idx="6" type="subTitle"/>
          </p:nvPr>
        </p:nvSpPr>
        <p:spPr>
          <a:xfrm>
            <a:off x="5056850" y="3105434"/>
            <a:ext cx="15720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79" name="Google Shape;279;p19"/>
          <p:cNvSpPr txBox="1"/>
          <p:nvPr>
            <p:ph idx="7" type="body"/>
          </p:nvPr>
        </p:nvSpPr>
        <p:spPr>
          <a:xfrm>
            <a:off x="5056850" y="3664400"/>
            <a:ext cx="1572000" cy="1019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0" name="Google Shape;280;p19"/>
          <p:cNvSpPr txBox="1"/>
          <p:nvPr>
            <p:ph idx="8" type="subTitle"/>
          </p:nvPr>
        </p:nvSpPr>
        <p:spPr>
          <a:xfrm>
            <a:off x="3141475" y="3105434"/>
            <a:ext cx="15720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81" name="Google Shape;281;p19"/>
          <p:cNvSpPr txBox="1"/>
          <p:nvPr>
            <p:ph idx="9" type="body"/>
          </p:nvPr>
        </p:nvSpPr>
        <p:spPr>
          <a:xfrm>
            <a:off x="3141475" y="3664400"/>
            <a:ext cx="1572000" cy="101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282" name="Google Shape;282;p19"/>
          <p:cNvSpPr txBox="1"/>
          <p:nvPr>
            <p:ph idx="13" type="subTitle"/>
          </p:nvPr>
        </p:nvSpPr>
        <p:spPr>
          <a:xfrm>
            <a:off x="232825" y="3337900"/>
            <a:ext cx="1966500" cy="13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3">
  <p:cSld name="BLANK_1_1_1_1_1_1_1_1_1_1_1">
    <p:bg>
      <p:bgPr>
        <a:solidFill>
          <a:schemeClr val="dk2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0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5" name="Google Shape;285;p20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86" name="Google Shape;286;p20"/>
          <p:cNvSpPr txBox="1"/>
          <p:nvPr>
            <p:ph idx="2" type="subTitle"/>
          </p:nvPr>
        </p:nvSpPr>
        <p:spPr>
          <a:xfrm>
            <a:off x="6080700" y="455543"/>
            <a:ext cx="32124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87" name="Google Shape;287;p20"/>
          <p:cNvSpPr txBox="1"/>
          <p:nvPr>
            <p:ph type="title"/>
          </p:nvPr>
        </p:nvSpPr>
        <p:spPr>
          <a:xfrm>
            <a:off x="228600" y="372496"/>
            <a:ext cx="3485100" cy="852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1pPr>
            <a:lvl2pPr lvl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88" name="Google Shape;288;p20"/>
          <p:cNvSpPr txBox="1"/>
          <p:nvPr>
            <p:ph idx="3" type="subTitle"/>
          </p:nvPr>
        </p:nvSpPr>
        <p:spPr>
          <a:xfrm>
            <a:off x="6080700" y="1603994"/>
            <a:ext cx="32124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89" name="Google Shape;289;p20"/>
          <p:cNvSpPr txBox="1"/>
          <p:nvPr>
            <p:ph idx="4" type="subTitle"/>
          </p:nvPr>
        </p:nvSpPr>
        <p:spPr>
          <a:xfrm>
            <a:off x="6080700" y="2743467"/>
            <a:ext cx="32124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90" name="Google Shape;290;p20"/>
          <p:cNvSpPr txBox="1"/>
          <p:nvPr>
            <p:ph idx="5" type="subTitle"/>
          </p:nvPr>
        </p:nvSpPr>
        <p:spPr>
          <a:xfrm>
            <a:off x="6080700" y="3943349"/>
            <a:ext cx="32124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BLANK_1_1_1_1_1_1_1_1_1_1_1_1">
    <p:bg>
      <p:bgPr>
        <a:solidFill>
          <a:schemeClr val="accent1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1"/>
          <p:cNvSpPr/>
          <p:nvPr/>
        </p:nvSpPr>
        <p:spPr>
          <a:xfrm>
            <a:off x="4618950" y="0"/>
            <a:ext cx="45252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293" name="Google Shape;293;p21"/>
          <p:cNvSpPr/>
          <p:nvPr>
            <p:ph idx="2" type="pic"/>
          </p:nvPr>
        </p:nvSpPr>
        <p:spPr>
          <a:xfrm>
            <a:off x="5032050" y="460300"/>
            <a:ext cx="3783900" cy="4223400"/>
          </a:xfrm>
          <a:prstGeom prst="roundRect">
            <a:avLst>
              <a:gd fmla="val 10497" name="adj"/>
            </a:avLst>
          </a:prstGeom>
          <a:noFill/>
          <a:ln>
            <a:noFill/>
          </a:ln>
        </p:spPr>
      </p:sp>
      <p:sp>
        <p:nvSpPr>
          <p:cNvPr id="294" name="Google Shape;294;p21"/>
          <p:cNvSpPr txBox="1"/>
          <p:nvPr>
            <p:ph type="title"/>
          </p:nvPr>
        </p:nvSpPr>
        <p:spPr>
          <a:xfrm>
            <a:off x="228600" y="408042"/>
            <a:ext cx="4029600" cy="2994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95" name="Google Shape;295;p21"/>
          <p:cNvSpPr txBox="1"/>
          <p:nvPr>
            <p:ph idx="1" type="subTitle"/>
          </p:nvPr>
        </p:nvSpPr>
        <p:spPr>
          <a:xfrm>
            <a:off x="811200" y="3337800"/>
            <a:ext cx="2932500" cy="1345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96" name="Google Shape;296;p21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ge pink">
  <p:cSld name="CUSTOM_1">
    <p:bg>
      <p:bgPr>
        <a:solidFill>
          <a:schemeClr val="accent1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2"/>
          <p:cNvSpPr txBox="1"/>
          <p:nvPr>
            <p:ph idx="1" type="subTitle"/>
          </p:nvPr>
        </p:nvSpPr>
        <p:spPr>
          <a:xfrm>
            <a:off x="22860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99" name="Google Shape;299;p22"/>
          <p:cNvSpPr/>
          <p:nvPr>
            <p:ph idx="2" type="pic"/>
          </p:nvPr>
        </p:nvSpPr>
        <p:spPr>
          <a:xfrm>
            <a:off x="353970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300" name="Google Shape;300;p22"/>
          <p:cNvSpPr txBox="1"/>
          <p:nvPr>
            <p:ph idx="3" type="subTitle"/>
          </p:nvPr>
        </p:nvSpPr>
        <p:spPr>
          <a:xfrm>
            <a:off x="641370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01" name="Google Shape;301;p22"/>
          <p:cNvSpPr txBox="1"/>
          <p:nvPr>
            <p:ph idx="4" type="subTitle"/>
          </p:nvPr>
        </p:nvSpPr>
        <p:spPr>
          <a:xfrm>
            <a:off x="332115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02" name="Google Shape;302;p22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3" name="Google Shape;303;p22"/>
          <p:cNvSpPr/>
          <p:nvPr>
            <p:ph idx="5" type="pic"/>
          </p:nvPr>
        </p:nvSpPr>
        <p:spPr>
          <a:xfrm>
            <a:off x="44715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304" name="Google Shape;304;p22"/>
          <p:cNvSpPr/>
          <p:nvPr>
            <p:ph idx="6" type="pic"/>
          </p:nvPr>
        </p:nvSpPr>
        <p:spPr>
          <a:xfrm>
            <a:off x="663225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305" name="Google Shape;305;p22"/>
          <p:cNvSpPr txBox="1"/>
          <p:nvPr>
            <p:ph idx="7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06" name="Google Shape;306;p22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ge yellow">
  <p:cSld name="CUSTOM_1_1">
    <p:bg>
      <p:bgPr>
        <a:solidFill>
          <a:schemeClr val="accent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3"/>
          <p:cNvSpPr/>
          <p:nvPr>
            <p:ph idx="2" type="pic"/>
          </p:nvPr>
        </p:nvSpPr>
        <p:spPr>
          <a:xfrm>
            <a:off x="353970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309" name="Google Shape;309;p23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310" name="Google Shape;310;p23"/>
          <p:cNvSpPr txBox="1"/>
          <p:nvPr>
            <p:ph idx="1" type="subTitle"/>
          </p:nvPr>
        </p:nvSpPr>
        <p:spPr>
          <a:xfrm>
            <a:off x="22860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11" name="Google Shape;311;p23"/>
          <p:cNvSpPr txBox="1"/>
          <p:nvPr>
            <p:ph idx="3" type="subTitle"/>
          </p:nvPr>
        </p:nvSpPr>
        <p:spPr>
          <a:xfrm>
            <a:off x="641370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12" name="Google Shape;312;p23"/>
          <p:cNvSpPr txBox="1"/>
          <p:nvPr>
            <p:ph idx="4" type="subTitle"/>
          </p:nvPr>
        </p:nvSpPr>
        <p:spPr>
          <a:xfrm>
            <a:off x="332115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13" name="Google Shape;313;p23"/>
          <p:cNvSpPr/>
          <p:nvPr>
            <p:ph idx="5" type="pic"/>
          </p:nvPr>
        </p:nvSpPr>
        <p:spPr>
          <a:xfrm>
            <a:off x="44715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314" name="Google Shape;314;p23"/>
          <p:cNvSpPr/>
          <p:nvPr>
            <p:ph idx="6" type="pic"/>
          </p:nvPr>
        </p:nvSpPr>
        <p:spPr>
          <a:xfrm>
            <a:off x="663225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315" name="Google Shape;315;p23"/>
          <p:cNvSpPr txBox="1"/>
          <p:nvPr>
            <p:ph idx="7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16" name="Google Shape;316;p23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ge purple">
  <p:cSld name="CUSTOM_1_1_1">
    <p:bg>
      <p:bgPr>
        <a:solidFill>
          <a:schemeClr val="lt2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4"/>
          <p:cNvSpPr/>
          <p:nvPr>
            <p:ph idx="2" type="pic"/>
          </p:nvPr>
        </p:nvSpPr>
        <p:spPr>
          <a:xfrm>
            <a:off x="353970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319" name="Google Shape;319;p24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320" name="Google Shape;320;p24"/>
          <p:cNvSpPr txBox="1"/>
          <p:nvPr>
            <p:ph idx="1" type="subTitle"/>
          </p:nvPr>
        </p:nvSpPr>
        <p:spPr>
          <a:xfrm>
            <a:off x="22860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21" name="Google Shape;321;p24"/>
          <p:cNvSpPr txBox="1"/>
          <p:nvPr>
            <p:ph idx="3" type="subTitle"/>
          </p:nvPr>
        </p:nvSpPr>
        <p:spPr>
          <a:xfrm>
            <a:off x="641370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22" name="Google Shape;322;p24"/>
          <p:cNvSpPr txBox="1"/>
          <p:nvPr>
            <p:ph idx="4" type="subTitle"/>
          </p:nvPr>
        </p:nvSpPr>
        <p:spPr>
          <a:xfrm>
            <a:off x="332115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23" name="Google Shape;323;p24"/>
          <p:cNvSpPr/>
          <p:nvPr>
            <p:ph idx="5" type="pic"/>
          </p:nvPr>
        </p:nvSpPr>
        <p:spPr>
          <a:xfrm>
            <a:off x="44715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324" name="Google Shape;324;p24"/>
          <p:cNvSpPr/>
          <p:nvPr>
            <p:ph idx="6" type="pic"/>
          </p:nvPr>
        </p:nvSpPr>
        <p:spPr>
          <a:xfrm>
            <a:off x="663225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325" name="Google Shape;325;p24"/>
          <p:cNvSpPr txBox="1"/>
          <p:nvPr>
            <p:ph idx="7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26" name="Google Shape;326;p24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points">
  <p:cSld name="CUSTOM_1_1_1_1"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5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29" name="Google Shape;329;p25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330" name="Google Shape;330;p25"/>
          <p:cNvSpPr txBox="1"/>
          <p:nvPr>
            <p:ph idx="2" type="subTitle"/>
          </p:nvPr>
        </p:nvSpPr>
        <p:spPr>
          <a:xfrm>
            <a:off x="22860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31" name="Google Shape;331;p25"/>
          <p:cNvSpPr txBox="1"/>
          <p:nvPr>
            <p:ph idx="3" type="subTitle"/>
          </p:nvPr>
        </p:nvSpPr>
        <p:spPr>
          <a:xfrm>
            <a:off x="641370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32" name="Google Shape;332;p25"/>
          <p:cNvSpPr txBox="1"/>
          <p:nvPr>
            <p:ph idx="4" type="subTitle"/>
          </p:nvPr>
        </p:nvSpPr>
        <p:spPr>
          <a:xfrm>
            <a:off x="332115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33" name="Google Shape;333;p25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7_1_1_1_1_1_1_1_1_1_1_1_1_1_1_1_1_1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6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6" name="Google Shape;336;p26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37" name="Google Shape;337;p26"/>
          <p:cNvSpPr txBox="1"/>
          <p:nvPr>
            <p:ph idx="2" type="subTitle"/>
          </p:nvPr>
        </p:nvSpPr>
        <p:spPr>
          <a:xfrm>
            <a:off x="4328700" y="392448"/>
            <a:ext cx="15264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338" name="Google Shape;338;p26"/>
          <p:cNvSpPr txBox="1"/>
          <p:nvPr>
            <p:ph idx="3" type="subTitle"/>
          </p:nvPr>
        </p:nvSpPr>
        <p:spPr>
          <a:xfrm>
            <a:off x="5987725" y="499551"/>
            <a:ext cx="2926200" cy="62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39" name="Google Shape;339;p26"/>
          <p:cNvSpPr txBox="1"/>
          <p:nvPr>
            <p:ph idx="4" type="subTitle"/>
          </p:nvPr>
        </p:nvSpPr>
        <p:spPr>
          <a:xfrm>
            <a:off x="4328700" y="1620445"/>
            <a:ext cx="15264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340" name="Google Shape;340;p26"/>
          <p:cNvSpPr txBox="1"/>
          <p:nvPr>
            <p:ph idx="5" type="subTitle"/>
          </p:nvPr>
        </p:nvSpPr>
        <p:spPr>
          <a:xfrm>
            <a:off x="5987725" y="1727550"/>
            <a:ext cx="2926200" cy="62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41" name="Google Shape;341;p26"/>
          <p:cNvSpPr txBox="1"/>
          <p:nvPr>
            <p:ph idx="6" type="subTitle"/>
          </p:nvPr>
        </p:nvSpPr>
        <p:spPr>
          <a:xfrm>
            <a:off x="4328700" y="2850106"/>
            <a:ext cx="15264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342" name="Google Shape;342;p26"/>
          <p:cNvSpPr txBox="1"/>
          <p:nvPr>
            <p:ph idx="7" type="subTitle"/>
          </p:nvPr>
        </p:nvSpPr>
        <p:spPr>
          <a:xfrm>
            <a:off x="5987725" y="2957203"/>
            <a:ext cx="2926200" cy="62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43" name="Google Shape;343;p26"/>
          <p:cNvSpPr txBox="1"/>
          <p:nvPr>
            <p:ph idx="8" type="subTitle"/>
          </p:nvPr>
        </p:nvSpPr>
        <p:spPr>
          <a:xfrm>
            <a:off x="4328700" y="4077970"/>
            <a:ext cx="15264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344" name="Google Shape;344;p26"/>
          <p:cNvSpPr txBox="1"/>
          <p:nvPr>
            <p:ph idx="9" type="subTitle"/>
          </p:nvPr>
        </p:nvSpPr>
        <p:spPr>
          <a:xfrm>
            <a:off x="5987725" y="4185076"/>
            <a:ext cx="2926200" cy="498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45" name="Google Shape;345;p26"/>
          <p:cNvSpPr txBox="1"/>
          <p:nvPr>
            <p:ph type="title"/>
          </p:nvPr>
        </p:nvSpPr>
        <p:spPr>
          <a:xfrm>
            <a:off x="228600" y="460100"/>
            <a:ext cx="2834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CUSTOM_2">
    <p:bg>
      <p:bgPr>
        <a:solidFill>
          <a:schemeClr val="dk2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7"/>
          <p:cNvSpPr/>
          <p:nvPr/>
        </p:nvSpPr>
        <p:spPr>
          <a:xfrm>
            <a:off x="4618950" y="0"/>
            <a:ext cx="45252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348" name="Google Shape;348;p27"/>
          <p:cNvSpPr txBox="1"/>
          <p:nvPr>
            <p:ph type="title"/>
          </p:nvPr>
        </p:nvSpPr>
        <p:spPr>
          <a:xfrm>
            <a:off x="228600" y="4039700"/>
            <a:ext cx="4296300" cy="6441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1pPr>
            <a:lvl2pPr lvl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2pPr>
            <a:lvl3pPr lvl="2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3pPr>
            <a:lvl4pPr lvl="3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4pPr>
            <a:lvl5pPr lvl="4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5pPr>
            <a:lvl6pPr lvl="5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6pPr>
            <a:lvl7pPr lvl="6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7pPr>
            <a:lvl8pPr lvl="7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8pPr>
            <a:lvl9pPr lvl="8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9pPr>
          </a:lstStyle>
          <a:p/>
        </p:txBody>
      </p:sp>
      <p:sp>
        <p:nvSpPr>
          <p:cNvPr id="349" name="Google Shape;349;p27"/>
          <p:cNvSpPr txBox="1"/>
          <p:nvPr>
            <p:ph idx="1" type="subTitle"/>
          </p:nvPr>
        </p:nvSpPr>
        <p:spPr>
          <a:xfrm>
            <a:off x="4994900" y="457200"/>
            <a:ext cx="3920400" cy="1342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52" name="Google Shape;352;p2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7" name="Google Shape;357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0" name="Google Shape;360;p3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1" name="Google Shape;361;p3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6" name="Google Shape;366;p3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71" name="Google Shape;371;p3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72" name="Google Shape;372;p3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77" name="Google Shape;377;p3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9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1" name="Google Shape;381;p39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2" name="Google Shape;382;p39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3" name="Google Shape;383;p39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4" name="Google Shape;384;p39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5" name="Google Shape;385;p39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6" name="Google Shape;386;p39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9" name="Google Shape;389;p40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0" name="Google Shape;390;p40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93" name="Google Shape;393;p41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4" name="Google Shape;394;p41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5" name="Google Shape;395;p41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6" name="Google Shape;396;p41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2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9" name="Google Shape;399;p42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0" name="Google Shape;400;p42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01" name="Google Shape;401;p42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2" name="Google Shape;402;p42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3" name="Google Shape;403;p42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4" name="Google Shape;404;p42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3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7" name="Google Shape;407;p43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8" name="Google Shape;408;p43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9" name="Google Shape;409;p43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10" name="Google Shape;410;p43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11" name="Google Shape;411;p43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2" name="Google Shape;412;p43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3" name="Google Shape;413;p43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4" name="Google Shape;414;p43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7" name="Google Shape;417;p44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5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0" name="Google Shape;420;p45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21" name="Google Shape;421;p45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22" name="Google Shape;422;p45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3" name="Google Shape;423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4" name="Google Shape;424;p45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25" name="Google Shape;425;p45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46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8" name="Google Shape;428;p46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29" name="Google Shape;429;p46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30" name="Google Shape;430;p46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1" name="Google Shape;431;p46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46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3" name="Google Shape;433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4" name="Google Shape;434;p46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35" name="Google Shape;435;p46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36" name="Google Shape;436;p46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7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48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1" name="Google Shape;441;p48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2" name="Google Shape;442;p48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3" name="Google Shape;443;p48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4" name="Google Shape;444;p48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5" name="Google Shape;445;p48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6" name="Google Shape;446;p48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7" name="Google Shape;447;p48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8" name="Google Shape;448;p48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9" name="Google Shape;449;p48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slideLayout" Target="../slideLayouts/slideLayout46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48" Type="http://schemas.openxmlformats.org/officeDocument/2006/relationships/theme" Target="../theme/theme1.xml"/><Relationship Id="rId25" Type="http://schemas.openxmlformats.org/officeDocument/2006/relationships/slideLayout" Target="../slideLayouts/slideLayout25.xml"/><Relationship Id="rId47" Type="http://schemas.openxmlformats.org/officeDocument/2006/relationships/slideLayout" Target="../slideLayouts/slideLayout47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329650" y="511500"/>
            <a:ext cx="61152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orum"/>
              <a:buNone/>
              <a:defRPr sz="3000">
                <a:solidFill>
                  <a:schemeClr val="lt1"/>
                </a:solidFill>
                <a:latin typeface="Forum"/>
                <a:ea typeface="Forum"/>
                <a:cs typeface="Forum"/>
                <a:sym typeface="For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4291000" y="1562975"/>
            <a:ext cx="3728400" cy="25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Relationship Id="rId4" Type="http://schemas.openxmlformats.org/officeDocument/2006/relationships/image" Target="../media/image3.jpg"/><Relationship Id="rId5" Type="http://schemas.openxmlformats.org/officeDocument/2006/relationships/image" Target="../media/image9.jpg"/><Relationship Id="rId6" Type="http://schemas.openxmlformats.org/officeDocument/2006/relationships/image" Target="../media/image6.jpg"/><Relationship Id="rId7" Type="http://schemas.openxmlformats.org/officeDocument/2006/relationships/image" Target="../media/image1.jpg"/><Relationship Id="rId8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9"/>
          <p:cNvSpPr txBox="1"/>
          <p:nvPr>
            <p:ph type="title"/>
          </p:nvPr>
        </p:nvSpPr>
        <p:spPr>
          <a:xfrm>
            <a:off x="228600" y="457200"/>
            <a:ext cx="8136300" cy="18504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73763"/>
                </a:solidFill>
              </a:rPr>
              <a:t>SOCIAL MEDIA</a:t>
            </a:r>
            <a:r>
              <a:rPr lang="en"/>
              <a:t>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PLAN</a:t>
            </a:r>
            <a:endParaRPr/>
          </a:p>
        </p:txBody>
      </p:sp>
      <p:sp>
        <p:nvSpPr>
          <p:cNvPr descr="A yellow square." id="455" name="Google Shape;455;p49"/>
          <p:cNvSpPr/>
          <p:nvPr/>
        </p:nvSpPr>
        <p:spPr>
          <a:xfrm flipH="1">
            <a:off x="4352426" y="3909224"/>
            <a:ext cx="774600" cy="774600"/>
          </a:xfrm>
          <a:prstGeom prst="roundRect">
            <a:avLst>
              <a:gd fmla="val 19978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descr="A lavender rectangle" id="456" name="Google Shape;456;p49"/>
          <p:cNvSpPr/>
          <p:nvPr/>
        </p:nvSpPr>
        <p:spPr>
          <a:xfrm flipH="1">
            <a:off x="6878053" y="3905675"/>
            <a:ext cx="774600" cy="774600"/>
          </a:xfrm>
          <a:prstGeom prst="roundRect">
            <a:avLst>
              <a:gd fmla="val 19978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57" name="Google Shape;457;p49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WIZZYWASH</a:t>
            </a:r>
            <a:endParaRPr/>
          </a:p>
        </p:txBody>
      </p:sp>
      <p:pic>
        <p:nvPicPr>
          <p:cNvPr descr="Person carrying laundry basket (Provided by Getty Images)" id="458" name="Google Shape;458;p4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4515" l="0" r="0" t="14508"/>
          <a:stretch/>
        </p:blipFill>
        <p:spPr>
          <a:xfrm>
            <a:off x="5190300" y="3905675"/>
            <a:ext cx="1636200" cy="774600"/>
          </a:xfrm>
          <a:prstGeom prst="roundRect">
            <a:avLst>
              <a:gd fmla="val 16667" name="adj"/>
            </a:avLst>
          </a:prstGeom>
        </p:spPr>
      </p:pic>
      <p:pic>
        <p:nvPicPr>
          <p:cNvPr descr="At a laundromat shop with many automatic washing machines, a beautiful woman wearing a mask is doing laundry. (Provided by Getty Images)" id="459" name="Google Shape;459;p49"/>
          <p:cNvPicPr preferRelativeResize="0"/>
          <p:nvPr>
            <p:ph idx="3" type="pic"/>
          </p:nvPr>
        </p:nvPicPr>
        <p:blipFill rotWithShape="1">
          <a:blip r:embed="rId4">
            <a:alphaModFix/>
          </a:blip>
          <a:srcRect b="12384" l="0" r="0" t="12377"/>
          <a:stretch/>
        </p:blipFill>
        <p:spPr>
          <a:xfrm>
            <a:off x="1091875" y="3909225"/>
            <a:ext cx="1543500" cy="774600"/>
          </a:xfrm>
          <a:prstGeom prst="roundRect">
            <a:avLst>
              <a:gd fmla="val 16667" name="adj"/>
            </a:avLst>
          </a:prstGeom>
        </p:spPr>
      </p:pic>
      <p:pic>
        <p:nvPicPr>
          <p:cNvPr descr="Focused woman dry-cleaning worker checking clean clothes (Provided by Getty Images)" id="460" name="Google Shape;460;p49"/>
          <p:cNvPicPr preferRelativeResize="0"/>
          <p:nvPr>
            <p:ph idx="4" type="pic"/>
          </p:nvPr>
        </p:nvPicPr>
        <p:blipFill rotWithShape="1">
          <a:blip r:embed="rId5">
            <a:alphaModFix/>
          </a:blip>
          <a:srcRect b="13679" l="0" r="0" t="13679"/>
          <a:stretch/>
        </p:blipFill>
        <p:spPr>
          <a:xfrm>
            <a:off x="2695375" y="3905675"/>
            <a:ext cx="1599900" cy="774600"/>
          </a:xfrm>
          <a:prstGeom prst="roundRect">
            <a:avLst>
              <a:gd fmla="val 16667" name="adj"/>
            </a:avLst>
          </a:prstGeom>
        </p:spPr>
      </p:pic>
      <p:pic>
        <p:nvPicPr>
          <p:cNvPr descr="Professional worker keeps clean clothes on hangers (Provided by Getty Images)" id="461" name="Google Shape;461;p49"/>
          <p:cNvPicPr preferRelativeResize="0"/>
          <p:nvPr>
            <p:ph idx="5" type="pic"/>
          </p:nvPr>
        </p:nvPicPr>
        <p:blipFill rotWithShape="1">
          <a:blip r:embed="rId6">
            <a:alphaModFix/>
          </a:blip>
          <a:srcRect b="0" l="27828" r="27824" t="0"/>
          <a:stretch/>
        </p:blipFill>
        <p:spPr>
          <a:xfrm>
            <a:off x="7797000" y="3119750"/>
            <a:ext cx="1118400" cy="1682100"/>
          </a:xfrm>
          <a:prstGeom prst="roundRect">
            <a:avLst>
              <a:gd fmla="val 16667" name="adj"/>
            </a:avLst>
          </a:prstGeom>
        </p:spPr>
      </p:pic>
      <p:pic>
        <p:nvPicPr>
          <p:cNvPr descr="A rugged red texture, as of a rock face. " id="462" name="Google Shape;462;p49"/>
          <p:cNvPicPr preferRelativeResize="0"/>
          <p:nvPr>
            <p:ph idx="7" type="pic"/>
          </p:nvPr>
        </p:nvPicPr>
        <p:blipFill rotWithShape="1">
          <a:blip r:embed="rId7">
            <a:alphaModFix/>
          </a:blip>
          <a:srcRect b="16910" l="0" r="0" t="16904"/>
          <a:stretch/>
        </p:blipFill>
        <p:spPr>
          <a:xfrm>
            <a:off x="230525" y="3909225"/>
            <a:ext cx="774600" cy="774600"/>
          </a:xfrm>
          <a:prstGeom prst="roundRect">
            <a:avLst>
              <a:gd fmla="val 16667" name="adj"/>
            </a:avLst>
          </a:prstGeom>
        </p:spPr>
      </p:pic>
      <p:pic>
        <p:nvPicPr>
          <p:cNvPr id="463" name="Google Shape;463;p49" title="Gemini_Generated_Image_dn8rdjdn8rdjdn8r-removebg-preview.png"/>
          <p:cNvPicPr preferRelativeResize="0"/>
          <p:nvPr/>
        </p:nvPicPr>
        <p:blipFill rotWithShape="1">
          <a:blip r:embed="rId8">
            <a:alphaModFix/>
          </a:blip>
          <a:srcRect b="14935" l="10768" r="10634" t="18211"/>
          <a:stretch/>
        </p:blipFill>
        <p:spPr>
          <a:xfrm>
            <a:off x="2695375" y="1866513"/>
            <a:ext cx="3042375" cy="1410475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49"/>
          <p:cNvSpPr txBox="1"/>
          <p:nvPr/>
        </p:nvSpPr>
        <p:spPr>
          <a:xfrm>
            <a:off x="5647763" y="3414349"/>
            <a:ext cx="3830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by Faridatul Hasanah</a:t>
            </a:r>
            <a:endParaRPr b="1" i="1" sz="15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50"/>
          <p:cNvSpPr txBox="1"/>
          <p:nvPr>
            <p:ph idx="2" type="subTitle"/>
          </p:nvPr>
        </p:nvSpPr>
        <p:spPr>
          <a:xfrm>
            <a:off x="5202580" y="190676"/>
            <a:ext cx="2919000" cy="350700"/>
          </a:xfrm>
          <a:prstGeom prst="rect">
            <a:avLst/>
          </a:prstGeom>
        </p:spPr>
        <p:txBody>
          <a:bodyPr anchorCtr="0" anchor="t" bIns="83050" lIns="83050" spcFirstLastPara="1" rIns="83050" wrap="square" tIns="83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4"/>
              <a:t>SOCIAL MEDIA GOALS</a:t>
            </a:r>
            <a:endParaRPr sz="1454"/>
          </a:p>
        </p:txBody>
      </p:sp>
      <p:sp>
        <p:nvSpPr>
          <p:cNvPr id="470" name="Google Shape;470;p50"/>
          <p:cNvSpPr txBox="1"/>
          <p:nvPr>
            <p:ph type="title"/>
          </p:nvPr>
        </p:nvSpPr>
        <p:spPr>
          <a:xfrm>
            <a:off x="468714" y="979100"/>
            <a:ext cx="3485100" cy="852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0"/>
              <a:t>CONTENT</a:t>
            </a:r>
            <a:endParaRPr sz="6300"/>
          </a:p>
        </p:txBody>
      </p:sp>
      <p:sp>
        <p:nvSpPr>
          <p:cNvPr id="471" name="Google Shape;471;p50"/>
          <p:cNvSpPr txBox="1"/>
          <p:nvPr>
            <p:ph idx="3" type="subTitle"/>
          </p:nvPr>
        </p:nvSpPr>
        <p:spPr>
          <a:xfrm>
            <a:off x="5202580" y="743734"/>
            <a:ext cx="2919000" cy="350700"/>
          </a:xfrm>
          <a:prstGeom prst="rect">
            <a:avLst/>
          </a:prstGeom>
        </p:spPr>
        <p:txBody>
          <a:bodyPr anchorCtr="0" anchor="t" bIns="83050" lIns="83050" spcFirstLastPara="1" rIns="83050" wrap="square" tIns="83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4"/>
              <a:t>KPI MAPPING</a:t>
            </a:r>
            <a:endParaRPr sz="1454"/>
          </a:p>
        </p:txBody>
      </p:sp>
      <p:sp>
        <p:nvSpPr>
          <p:cNvPr id="472" name="Google Shape;472;p50"/>
          <p:cNvSpPr txBox="1"/>
          <p:nvPr>
            <p:ph idx="4" type="subTitle"/>
          </p:nvPr>
        </p:nvSpPr>
        <p:spPr>
          <a:xfrm>
            <a:off x="5202580" y="1275973"/>
            <a:ext cx="2919000" cy="350700"/>
          </a:xfrm>
          <a:prstGeom prst="rect">
            <a:avLst/>
          </a:prstGeom>
        </p:spPr>
        <p:txBody>
          <a:bodyPr anchorCtr="0" anchor="t" bIns="83050" lIns="83050" spcFirstLastPara="1" rIns="83050" wrap="square" tIns="83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4"/>
              <a:t>TARGET PERSONA</a:t>
            </a:r>
            <a:endParaRPr sz="1454"/>
          </a:p>
        </p:txBody>
      </p:sp>
      <p:sp>
        <p:nvSpPr>
          <p:cNvPr id="473" name="Google Shape;473;p50"/>
          <p:cNvSpPr txBox="1"/>
          <p:nvPr>
            <p:ph idx="5" type="subTitle"/>
          </p:nvPr>
        </p:nvSpPr>
        <p:spPr>
          <a:xfrm>
            <a:off x="5202580" y="1808219"/>
            <a:ext cx="2919000" cy="350700"/>
          </a:xfrm>
          <a:prstGeom prst="rect">
            <a:avLst/>
          </a:prstGeom>
        </p:spPr>
        <p:txBody>
          <a:bodyPr anchorCtr="0" anchor="t" bIns="83050" lIns="83050" spcFirstLastPara="1" rIns="83050" wrap="square" tIns="83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4"/>
              <a:t>BRAND PERSONALITY &amp; VOICE</a:t>
            </a:r>
            <a:endParaRPr sz="1454"/>
          </a:p>
        </p:txBody>
      </p:sp>
      <p:sp>
        <p:nvSpPr>
          <p:cNvPr id="474" name="Google Shape;474;p50"/>
          <p:cNvSpPr/>
          <p:nvPr/>
        </p:nvSpPr>
        <p:spPr>
          <a:xfrm flipH="1">
            <a:off x="4571876" y="192182"/>
            <a:ext cx="423000" cy="423000"/>
          </a:xfrm>
          <a:prstGeom prst="roundRect">
            <a:avLst>
              <a:gd fmla="val 19978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83050" lIns="83050" spcFirstLastPara="1" rIns="83050" wrap="square" tIns="83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273"/>
              </a:spcAft>
              <a:buNone/>
            </a:pPr>
            <a:r>
              <a:rPr lang="en" sz="1635">
                <a:solidFill>
                  <a:schemeClr val="lt1"/>
                </a:solidFill>
                <a:latin typeface="Forum"/>
                <a:ea typeface="Forum"/>
                <a:cs typeface="Forum"/>
                <a:sym typeface="Forum"/>
              </a:rPr>
              <a:t>1</a:t>
            </a:r>
            <a:endParaRPr sz="1635"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475" name="Google Shape;475;p50"/>
          <p:cNvSpPr/>
          <p:nvPr/>
        </p:nvSpPr>
        <p:spPr>
          <a:xfrm flipH="1">
            <a:off x="4571876" y="743733"/>
            <a:ext cx="423000" cy="423000"/>
          </a:xfrm>
          <a:prstGeom prst="roundRect">
            <a:avLst>
              <a:gd fmla="val 19978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83050" lIns="83050" spcFirstLastPara="1" rIns="83050" wrap="square" tIns="83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273"/>
              </a:spcAft>
              <a:buNone/>
            </a:pPr>
            <a:r>
              <a:rPr lang="en" sz="1635">
                <a:solidFill>
                  <a:schemeClr val="lt1"/>
                </a:solidFill>
                <a:latin typeface="Forum"/>
                <a:ea typeface="Forum"/>
                <a:cs typeface="Forum"/>
                <a:sym typeface="Forum"/>
              </a:rPr>
              <a:t>2</a:t>
            </a:r>
            <a:endParaRPr sz="1635"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476" name="Google Shape;476;p50"/>
          <p:cNvSpPr/>
          <p:nvPr/>
        </p:nvSpPr>
        <p:spPr>
          <a:xfrm flipH="1">
            <a:off x="4571876" y="1275988"/>
            <a:ext cx="423000" cy="423000"/>
          </a:xfrm>
          <a:prstGeom prst="roundRect">
            <a:avLst>
              <a:gd fmla="val 19978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83050" lIns="83050" spcFirstLastPara="1" rIns="83050" wrap="square" tIns="83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273"/>
              </a:spcAft>
              <a:buNone/>
            </a:pPr>
            <a:r>
              <a:rPr lang="en" sz="1635">
                <a:solidFill>
                  <a:schemeClr val="lt1"/>
                </a:solidFill>
                <a:latin typeface="Forum"/>
                <a:ea typeface="Forum"/>
                <a:cs typeface="Forum"/>
                <a:sym typeface="Forum"/>
              </a:rPr>
              <a:t>3</a:t>
            </a:r>
            <a:endParaRPr sz="1635"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477" name="Google Shape;477;p50"/>
          <p:cNvSpPr/>
          <p:nvPr/>
        </p:nvSpPr>
        <p:spPr>
          <a:xfrm flipH="1">
            <a:off x="4571876" y="1808224"/>
            <a:ext cx="423000" cy="423000"/>
          </a:xfrm>
          <a:prstGeom prst="roundRect">
            <a:avLst>
              <a:gd fmla="val 19978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83050" lIns="83050" spcFirstLastPara="1" rIns="83050" wrap="square" tIns="83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273"/>
              </a:spcAft>
              <a:buNone/>
            </a:pPr>
            <a:r>
              <a:rPr lang="en" sz="1635">
                <a:solidFill>
                  <a:schemeClr val="lt1"/>
                </a:solidFill>
                <a:latin typeface="Forum"/>
                <a:ea typeface="Forum"/>
                <a:cs typeface="Forum"/>
                <a:sym typeface="Forum"/>
              </a:rPr>
              <a:t>4</a:t>
            </a:r>
            <a:endParaRPr sz="1635"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478" name="Google Shape;478;p50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WIZZYWASH</a:t>
            </a:r>
            <a:endParaRPr/>
          </a:p>
        </p:txBody>
      </p:sp>
      <p:sp>
        <p:nvSpPr>
          <p:cNvPr id="479" name="Google Shape;479;p50"/>
          <p:cNvSpPr txBox="1"/>
          <p:nvPr>
            <p:ph idx="5" type="subTitle"/>
          </p:nvPr>
        </p:nvSpPr>
        <p:spPr>
          <a:xfrm>
            <a:off x="5202580" y="2340447"/>
            <a:ext cx="2919000" cy="350700"/>
          </a:xfrm>
          <a:prstGeom prst="rect">
            <a:avLst/>
          </a:prstGeom>
        </p:spPr>
        <p:txBody>
          <a:bodyPr anchorCtr="0" anchor="t" bIns="83050" lIns="83050" spcFirstLastPara="1" rIns="83050" wrap="square" tIns="83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4"/>
              <a:t>BRAND STYLE GUIDE</a:t>
            </a:r>
            <a:endParaRPr sz="1454"/>
          </a:p>
        </p:txBody>
      </p:sp>
      <p:sp>
        <p:nvSpPr>
          <p:cNvPr id="480" name="Google Shape;480;p50"/>
          <p:cNvSpPr/>
          <p:nvPr/>
        </p:nvSpPr>
        <p:spPr>
          <a:xfrm flipH="1">
            <a:off x="4571876" y="2340452"/>
            <a:ext cx="423000" cy="423000"/>
          </a:xfrm>
          <a:prstGeom prst="roundRect">
            <a:avLst>
              <a:gd fmla="val 19978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83050" lIns="83050" spcFirstLastPara="1" rIns="83050" wrap="square" tIns="83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273"/>
              </a:spcAft>
              <a:buNone/>
            </a:pPr>
            <a:r>
              <a:rPr lang="en" sz="1635">
                <a:solidFill>
                  <a:schemeClr val="lt1"/>
                </a:solidFill>
                <a:latin typeface="Forum"/>
                <a:ea typeface="Forum"/>
                <a:cs typeface="Forum"/>
                <a:sym typeface="Forum"/>
              </a:rPr>
              <a:t>5</a:t>
            </a:r>
            <a:endParaRPr sz="1635"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481" name="Google Shape;481;p50"/>
          <p:cNvSpPr txBox="1"/>
          <p:nvPr>
            <p:ph idx="5" type="subTitle"/>
          </p:nvPr>
        </p:nvSpPr>
        <p:spPr>
          <a:xfrm>
            <a:off x="5202580" y="2872675"/>
            <a:ext cx="2919000" cy="350700"/>
          </a:xfrm>
          <a:prstGeom prst="rect">
            <a:avLst/>
          </a:prstGeom>
        </p:spPr>
        <p:txBody>
          <a:bodyPr anchorCtr="0" anchor="t" bIns="83050" lIns="83050" spcFirstLastPara="1" rIns="83050" wrap="square" tIns="83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4"/>
              <a:t>PLATFORM SELECTION</a:t>
            </a:r>
            <a:endParaRPr sz="1454"/>
          </a:p>
        </p:txBody>
      </p:sp>
      <p:sp>
        <p:nvSpPr>
          <p:cNvPr id="482" name="Google Shape;482;p50"/>
          <p:cNvSpPr/>
          <p:nvPr/>
        </p:nvSpPr>
        <p:spPr>
          <a:xfrm flipH="1">
            <a:off x="4571876" y="2872681"/>
            <a:ext cx="423000" cy="423000"/>
          </a:xfrm>
          <a:prstGeom prst="roundRect">
            <a:avLst>
              <a:gd fmla="val 19978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83050" lIns="83050" spcFirstLastPara="1" rIns="83050" wrap="square" tIns="83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273"/>
              </a:spcAft>
              <a:buNone/>
            </a:pPr>
            <a:r>
              <a:rPr lang="en" sz="1635">
                <a:solidFill>
                  <a:schemeClr val="lt1"/>
                </a:solidFill>
                <a:latin typeface="Forum"/>
                <a:ea typeface="Forum"/>
                <a:cs typeface="Forum"/>
                <a:sym typeface="Forum"/>
              </a:rPr>
              <a:t>6</a:t>
            </a:r>
            <a:endParaRPr sz="1635"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483" name="Google Shape;483;p50"/>
          <p:cNvSpPr txBox="1"/>
          <p:nvPr>
            <p:ph idx="5" type="subTitle"/>
          </p:nvPr>
        </p:nvSpPr>
        <p:spPr>
          <a:xfrm>
            <a:off x="5202580" y="3424257"/>
            <a:ext cx="2919000" cy="350700"/>
          </a:xfrm>
          <a:prstGeom prst="rect">
            <a:avLst/>
          </a:prstGeom>
        </p:spPr>
        <p:txBody>
          <a:bodyPr anchorCtr="0" anchor="t" bIns="83050" lIns="83050" spcFirstLastPara="1" rIns="83050" wrap="square" tIns="83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4"/>
              <a:t>CONTENT PILLAR</a:t>
            </a:r>
            <a:endParaRPr sz="1454"/>
          </a:p>
        </p:txBody>
      </p:sp>
      <p:sp>
        <p:nvSpPr>
          <p:cNvPr id="484" name="Google Shape;484;p50"/>
          <p:cNvSpPr/>
          <p:nvPr/>
        </p:nvSpPr>
        <p:spPr>
          <a:xfrm flipH="1">
            <a:off x="4571876" y="3424262"/>
            <a:ext cx="423000" cy="423000"/>
          </a:xfrm>
          <a:prstGeom prst="roundRect">
            <a:avLst>
              <a:gd fmla="val 19978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83050" lIns="83050" spcFirstLastPara="1" rIns="83050" wrap="square" tIns="83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273"/>
              </a:spcAft>
              <a:buNone/>
            </a:pPr>
            <a:r>
              <a:rPr lang="en" sz="1635">
                <a:solidFill>
                  <a:schemeClr val="lt1"/>
                </a:solidFill>
                <a:latin typeface="Forum"/>
                <a:ea typeface="Forum"/>
                <a:cs typeface="Forum"/>
                <a:sym typeface="Forum"/>
              </a:rPr>
              <a:t>7</a:t>
            </a:r>
            <a:endParaRPr sz="1635"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485" name="Google Shape;485;p50"/>
          <p:cNvSpPr txBox="1"/>
          <p:nvPr>
            <p:ph idx="5" type="subTitle"/>
          </p:nvPr>
        </p:nvSpPr>
        <p:spPr>
          <a:xfrm>
            <a:off x="5202580" y="3984129"/>
            <a:ext cx="2919000" cy="350700"/>
          </a:xfrm>
          <a:prstGeom prst="rect">
            <a:avLst/>
          </a:prstGeom>
        </p:spPr>
        <p:txBody>
          <a:bodyPr anchorCtr="0" anchor="t" bIns="83050" lIns="83050" spcFirstLastPara="1" rIns="83050" wrap="square" tIns="83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4"/>
              <a:t>3 MONTHS CALENDER</a:t>
            </a:r>
            <a:endParaRPr sz="1454"/>
          </a:p>
        </p:txBody>
      </p:sp>
      <p:sp>
        <p:nvSpPr>
          <p:cNvPr id="486" name="Google Shape;486;p50"/>
          <p:cNvSpPr/>
          <p:nvPr/>
        </p:nvSpPr>
        <p:spPr>
          <a:xfrm flipH="1">
            <a:off x="4571876" y="3984134"/>
            <a:ext cx="423000" cy="423000"/>
          </a:xfrm>
          <a:prstGeom prst="roundRect">
            <a:avLst>
              <a:gd fmla="val 19978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83050" lIns="83050" spcFirstLastPara="1" rIns="83050" wrap="square" tIns="83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273"/>
              </a:spcAft>
              <a:buNone/>
            </a:pPr>
            <a:r>
              <a:rPr lang="en" sz="1635">
                <a:solidFill>
                  <a:schemeClr val="lt1"/>
                </a:solidFill>
                <a:latin typeface="Forum"/>
                <a:ea typeface="Forum"/>
                <a:cs typeface="Forum"/>
                <a:sym typeface="Forum"/>
              </a:rPr>
              <a:t>8</a:t>
            </a:r>
            <a:endParaRPr sz="1635"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487" name="Google Shape;487;p50"/>
          <p:cNvSpPr txBox="1"/>
          <p:nvPr>
            <p:ph idx="5" type="subTitle"/>
          </p:nvPr>
        </p:nvSpPr>
        <p:spPr>
          <a:xfrm>
            <a:off x="5202580" y="4543997"/>
            <a:ext cx="2919000" cy="350700"/>
          </a:xfrm>
          <a:prstGeom prst="rect">
            <a:avLst/>
          </a:prstGeom>
        </p:spPr>
        <p:txBody>
          <a:bodyPr anchorCtr="0" anchor="t" bIns="83050" lIns="83050" spcFirstLastPara="1" rIns="83050" wrap="square" tIns="83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4"/>
              <a:t>BRIEFLY EXPLAIN</a:t>
            </a:r>
            <a:endParaRPr sz="1454"/>
          </a:p>
        </p:txBody>
      </p:sp>
      <p:sp>
        <p:nvSpPr>
          <p:cNvPr id="488" name="Google Shape;488;p50"/>
          <p:cNvSpPr/>
          <p:nvPr/>
        </p:nvSpPr>
        <p:spPr>
          <a:xfrm flipH="1">
            <a:off x="4571876" y="4544002"/>
            <a:ext cx="423000" cy="423000"/>
          </a:xfrm>
          <a:prstGeom prst="roundRect">
            <a:avLst>
              <a:gd fmla="val 19978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83050" lIns="83050" spcFirstLastPara="1" rIns="83050" wrap="square" tIns="83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273"/>
              </a:spcAft>
              <a:buNone/>
            </a:pPr>
            <a:r>
              <a:rPr lang="en" sz="1635">
                <a:solidFill>
                  <a:schemeClr val="lt1"/>
                </a:solidFill>
                <a:latin typeface="Forum"/>
                <a:ea typeface="Forum"/>
                <a:cs typeface="Forum"/>
                <a:sym typeface="Forum"/>
              </a:rPr>
              <a:t>9</a:t>
            </a:r>
            <a:endParaRPr sz="1635"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51"/>
          <p:cNvSpPr/>
          <p:nvPr/>
        </p:nvSpPr>
        <p:spPr>
          <a:xfrm flipH="1">
            <a:off x="290525" y="1861400"/>
            <a:ext cx="1911300" cy="563100"/>
          </a:xfrm>
          <a:prstGeom prst="roundRect">
            <a:avLst>
              <a:gd fmla="val 19978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300"/>
              </a:spcAft>
              <a:buNone/>
            </a:pPr>
            <a:r>
              <a:rPr lang="en" sz="2000">
                <a:solidFill>
                  <a:schemeClr val="lt1"/>
                </a:solidFill>
                <a:latin typeface="Forum"/>
                <a:ea typeface="Forum"/>
                <a:cs typeface="Forum"/>
                <a:sym typeface="Forum"/>
              </a:rPr>
              <a:t>PROBLEM STATEMENT</a:t>
            </a:r>
            <a:endParaRPr sz="2000"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494" name="Google Shape;494;p51"/>
          <p:cNvSpPr/>
          <p:nvPr/>
        </p:nvSpPr>
        <p:spPr>
          <a:xfrm flipH="1">
            <a:off x="2553975" y="1825125"/>
            <a:ext cx="1770000" cy="624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300"/>
              </a:spcAft>
              <a:buNone/>
            </a:pPr>
            <a:r>
              <a:rPr lang="en" sz="19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rPr>
              <a:t>BUSINESS GOALS</a:t>
            </a:r>
            <a:endParaRPr sz="1900"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495" name="Google Shape;495;p51"/>
          <p:cNvSpPr/>
          <p:nvPr/>
        </p:nvSpPr>
        <p:spPr>
          <a:xfrm flipH="1">
            <a:off x="4779175" y="1808100"/>
            <a:ext cx="1770000" cy="624600"/>
          </a:xfrm>
          <a:prstGeom prst="roundRect">
            <a:avLst>
              <a:gd fmla="val 19978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300"/>
              </a:spcAft>
              <a:buNone/>
            </a:pPr>
            <a:r>
              <a:rPr lang="en" sz="2000">
                <a:solidFill>
                  <a:schemeClr val="lt1"/>
                </a:solidFill>
                <a:latin typeface="Forum"/>
                <a:ea typeface="Forum"/>
                <a:cs typeface="Forum"/>
                <a:sym typeface="Forum"/>
              </a:rPr>
              <a:t>MARKETING GOALS</a:t>
            </a:r>
            <a:endParaRPr sz="2000"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496" name="Google Shape;496;p51"/>
          <p:cNvSpPr txBox="1"/>
          <p:nvPr>
            <p:ph idx="3" type="body"/>
          </p:nvPr>
        </p:nvSpPr>
        <p:spPr>
          <a:xfrm>
            <a:off x="361175" y="2622300"/>
            <a:ext cx="1911300" cy="1977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1.Follower akun sosial media awal 10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2.Engagement rate rendah &lt;1%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3.Tidak ada traffic web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4.Tidak ada sign-up</a:t>
            </a:r>
            <a:endParaRPr/>
          </a:p>
        </p:txBody>
      </p:sp>
      <p:sp>
        <p:nvSpPr>
          <p:cNvPr id="497" name="Google Shape;497;p51"/>
          <p:cNvSpPr txBox="1"/>
          <p:nvPr>
            <p:ph type="title"/>
          </p:nvPr>
        </p:nvSpPr>
        <p:spPr>
          <a:xfrm>
            <a:off x="228600" y="399325"/>
            <a:ext cx="8686800" cy="6246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C4587"/>
                </a:solidFill>
              </a:rPr>
              <a:t>SOCIAL MEDIA</a:t>
            </a:r>
            <a:endParaRPr>
              <a:solidFill>
                <a:srgbClr val="1C4587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GOALS</a:t>
            </a:r>
            <a:endParaRPr/>
          </a:p>
        </p:txBody>
      </p:sp>
      <p:sp>
        <p:nvSpPr>
          <p:cNvPr id="498" name="Google Shape;498;p51"/>
          <p:cNvSpPr txBox="1"/>
          <p:nvPr>
            <p:ph idx="1" type="subTitle"/>
          </p:nvPr>
        </p:nvSpPr>
        <p:spPr>
          <a:xfrm>
            <a:off x="228600" y="4912324"/>
            <a:ext cx="1475700" cy="10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WIZZYWASH</a:t>
            </a:r>
            <a:endParaRPr/>
          </a:p>
        </p:txBody>
      </p:sp>
      <p:sp>
        <p:nvSpPr>
          <p:cNvPr id="499" name="Google Shape;499;p51"/>
          <p:cNvSpPr/>
          <p:nvPr/>
        </p:nvSpPr>
        <p:spPr>
          <a:xfrm flipH="1">
            <a:off x="7005223" y="1808100"/>
            <a:ext cx="1852500" cy="624600"/>
          </a:xfrm>
          <a:prstGeom prst="roundRect">
            <a:avLst>
              <a:gd fmla="val 50000" name="adj"/>
            </a:avLst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300"/>
              </a:spcAft>
              <a:buNone/>
            </a:pPr>
            <a:r>
              <a:rPr lang="en" sz="19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rPr>
              <a:t>SOCIALMEDIA</a:t>
            </a:r>
            <a:r>
              <a:rPr lang="en" sz="19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rPr>
              <a:t> GOALS</a:t>
            </a:r>
            <a:endParaRPr sz="1900"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500" name="Google Shape;500;p51"/>
          <p:cNvSpPr txBox="1"/>
          <p:nvPr>
            <p:ph idx="3" type="body"/>
          </p:nvPr>
        </p:nvSpPr>
        <p:spPr>
          <a:xfrm>
            <a:off x="2579250" y="2647576"/>
            <a:ext cx="1911300" cy="21681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1.Meningkatkan jumlah audience potensial (1.000 follower dalam 3 bulan)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2.Meningkatkan engagement rate ke 3-5% dalam 3 bulan.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3.Tingkat kunjungan website WIZZYWASH meningkat 60% dari total followers dalam 3 bulan.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4.Menghasilkan 40% sign-up dari traffic yang masuk dalam 3 bulan.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51"/>
          <p:cNvSpPr txBox="1"/>
          <p:nvPr>
            <p:ph idx="3" type="body"/>
          </p:nvPr>
        </p:nvSpPr>
        <p:spPr>
          <a:xfrm>
            <a:off x="4799275" y="2635700"/>
            <a:ext cx="1911300" cy="21681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1.Meningkatkan awareness terhadap WIZZYWASH.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2.Meningkatkan engagement rate sosial media.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3.Meningkatkan website traffic WIZZYWASH dalam 3 bulan.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4.Meningkatkan sign-up (leads &amp; converstion)</a:t>
            </a:r>
            <a:endParaRPr/>
          </a:p>
        </p:txBody>
      </p:sp>
      <p:sp>
        <p:nvSpPr>
          <p:cNvPr id="502" name="Google Shape;502;p51"/>
          <p:cNvSpPr txBox="1"/>
          <p:nvPr>
            <p:ph idx="3" type="body"/>
          </p:nvPr>
        </p:nvSpPr>
        <p:spPr>
          <a:xfrm>
            <a:off x="6975825" y="2623048"/>
            <a:ext cx="1911300" cy="244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1.Followers growth</a:t>
            </a:r>
            <a:r>
              <a:rPr lang="en"/>
              <a:t> (1.000 follower dalam 3 bulan)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2.Meningkatkan engagement rate sosial media 3-5% dalam 3 bulan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3.Meningkatkan website traffic WIZZYWASH 60% dalam 3 bulan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</a:t>
            </a:r>
            <a:r>
              <a:rPr lang="en"/>
              <a:t>Menghasilkan 40% sign-up dari traffic yang masuk dalam 3 bulan.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52"/>
          <p:cNvSpPr txBox="1"/>
          <p:nvPr>
            <p:ph type="title"/>
          </p:nvPr>
        </p:nvSpPr>
        <p:spPr>
          <a:xfrm>
            <a:off x="228600" y="399325"/>
            <a:ext cx="8686800" cy="6246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C4587"/>
                </a:solidFill>
              </a:rPr>
              <a:t>KPI</a:t>
            </a:r>
            <a:endParaRPr>
              <a:solidFill>
                <a:srgbClr val="1C4587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MAPPING</a:t>
            </a:r>
            <a:endParaRPr/>
          </a:p>
        </p:txBody>
      </p:sp>
      <p:sp>
        <p:nvSpPr>
          <p:cNvPr id="508" name="Google Shape;508;p52"/>
          <p:cNvSpPr txBox="1"/>
          <p:nvPr>
            <p:ph idx="1" type="subTitle"/>
          </p:nvPr>
        </p:nvSpPr>
        <p:spPr>
          <a:xfrm>
            <a:off x="228600" y="4912324"/>
            <a:ext cx="1475700" cy="10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WIZZYWASH</a:t>
            </a:r>
            <a:endParaRPr/>
          </a:p>
        </p:txBody>
      </p:sp>
      <p:graphicFrame>
        <p:nvGraphicFramePr>
          <p:cNvPr id="509" name="Google Shape;509;p52"/>
          <p:cNvGraphicFramePr/>
          <p:nvPr/>
        </p:nvGraphicFramePr>
        <p:xfrm>
          <a:off x="952500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{E46F4BBD-8063-4A48-B841-335F5E9DF05A}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Business Objective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Marketing Goals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Social Media Goals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Metrics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38761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Grow the Brand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(Audience Growth)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Awareness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(Menjangkau audience potensial baru)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Awareness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Followers ; Reach ; Views ; Impression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Build Active Audience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Consideration (Meningkatkan interaksi)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Engagement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Engagement rate ; Like ; Comment ; Share ; Save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Drive Leads (Sign up)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Conversion (Mendorong pendaftaran)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Conversion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Clicks ; Session ; Sign up 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53"/>
          <p:cNvSpPr txBox="1"/>
          <p:nvPr>
            <p:ph type="title"/>
          </p:nvPr>
        </p:nvSpPr>
        <p:spPr>
          <a:xfrm>
            <a:off x="228600" y="460100"/>
            <a:ext cx="8686800" cy="393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C343D"/>
                </a:solidFill>
              </a:rPr>
              <a:t>TARGET PERSONA</a:t>
            </a:r>
            <a:endParaRPr>
              <a:solidFill>
                <a:srgbClr val="0C343D"/>
              </a:solidFill>
            </a:endParaRPr>
          </a:p>
        </p:txBody>
      </p:sp>
      <p:sp>
        <p:nvSpPr>
          <p:cNvPr id="515" name="Google Shape;515;p53"/>
          <p:cNvSpPr/>
          <p:nvPr/>
        </p:nvSpPr>
        <p:spPr>
          <a:xfrm>
            <a:off x="1238400" y="1202000"/>
            <a:ext cx="2469000" cy="3000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Demographics</a:t>
            </a:r>
            <a:endParaRPr sz="1000">
              <a:solidFill>
                <a:schemeClr val="dk1"/>
              </a:solidFill>
              <a:latin typeface="DM Sans SemiBold"/>
              <a:ea typeface="DM Sans SemiBold"/>
              <a:cs typeface="DM Sans SemiBold"/>
              <a:sym typeface="DM Sans SemiBold"/>
            </a:endParaRPr>
          </a:p>
        </p:txBody>
      </p:sp>
      <p:sp>
        <p:nvSpPr>
          <p:cNvPr id="516" name="Google Shape;516;p53"/>
          <p:cNvSpPr txBox="1"/>
          <p:nvPr/>
        </p:nvSpPr>
        <p:spPr>
          <a:xfrm>
            <a:off x="3942303" y="1615500"/>
            <a:ext cx="2347200" cy="11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oppins"/>
              <a:buChar char="●"/>
            </a:pPr>
            <a:r>
              <a:rPr b="1" lang="en" sz="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Primer :</a:t>
            </a:r>
            <a:r>
              <a:rPr lang="en" sz="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Full service, simple transaction, easy used, high quality, Social media.</a:t>
            </a:r>
            <a:endParaRPr sz="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oppins"/>
              <a:buChar char="●"/>
            </a:pPr>
            <a:r>
              <a:rPr b="1" lang="en" sz="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Sekunder : </a:t>
            </a:r>
            <a:r>
              <a:rPr lang="en" sz="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FOMO, discount hunter, trying new </a:t>
            </a:r>
            <a:r>
              <a:rPr lang="en" sz="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experience</a:t>
            </a:r>
            <a:r>
              <a:rPr lang="en" sz="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17" name="Google Shape;517;p53"/>
          <p:cNvSpPr/>
          <p:nvPr/>
        </p:nvSpPr>
        <p:spPr>
          <a:xfrm>
            <a:off x="3835117" y="1202000"/>
            <a:ext cx="2469000" cy="3000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Interest</a:t>
            </a:r>
            <a:endParaRPr sz="1000">
              <a:solidFill>
                <a:schemeClr val="lt1"/>
              </a:solidFill>
              <a:latin typeface="DM Sans SemiBold"/>
              <a:ea typeface="DM Sans SemiBold"/>
              <a:cs typeface="DM Sans SemiBold"/>
              <a:sym typeface="DM Sans SemiBold"/>
            </a:endParaRPr>
          </a:p>
        </p:txBody>
      </p:sp>
      <p:sp>
        <p:nvSpPr>
          <p:cNvPr id="518" name="Google Shape;518;p53"/>
          <p:cNvSpPr/>
          <p:nvPr/>
        </p:nvSpPr>
        <p:spPr>
          <a:xfrm>
            <a:off x="6431846" y="1202000"/>
            <a:ext cx="2469000" cy="3000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Behaviour</a:t>
            </a:r>
            <a:endParaRPr sz="1000">
              <a:solidFill>
                <a:schemeClr val="lt1"/>
              </a:solidFill>
              <a:latin typeface="DM Sans SemiBold"/>
              <a:ea typeface="DM Sans SemiBold"/>
              <a:cs typeface="DM Sans SemiBold"/>
              <a:sym typeface="DM Sans SemiBold"/>
            </a:endParaRPr>
          </a:p>
        </p:txBody>
      </p:sp>
      <p:sp>
        <p:nvSpPr>
          <p:cNvPr id="519" name="Google Shape;519;p53"/>
          <p:cNvSpPr txBox="1"/>
          <p:nvPr/>
        </p:nvSpPr>
        <p:spPr>
          <a:xfrm>
            <a:off x="1224000" y="1615500"/>
            <a:ext cx="2469000" cy="26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Primer :</a:t>
            </a:r>
            <a:endParaRPr b="1" sz="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85750" lvl="0" marL="45720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oppins"/>
              <a:buChar char="❏"/>
            </a:pPr>
            <a:r>
              <a:rPr lang="en" sz="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20-35 tahun</a:t>
            </a:r>
            <a:endParaRPr sz="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85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oppins"/>
              <a:buChar char="❏"/>
            </a:pPr>
            <a:r>
              <a:rPr b="1" lang="en" sz="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Male/Female.</a:t>
            </a:r>
            <a:endParaRPr sz="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85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oppins"/>
              <a:buChar char="❏"/>
            </a:pPr>
            <a:r>
              <a:rPr lang="en" sz="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Profesional Muda, Pasangan muda, Digital Nomad, Mahasiswa.</a:t>
            </a:r>
            <a:endParaRPr sz="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85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oppins"/>
              <a:buChar char="❏"/>
            </a:pPr>
            <a:r>
              <a:rPr lang="en" sz="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Penghuni Apartemen, Kawasan Perumahan / Cluster &amp; kawasan kampus</a:t>
            </a:r>
            <a:endParaRPr sz="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Sekunder :</a:t>
            </a:r>
            <a:endParaRPr b="1" sz="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85750" lvl="0" marL="45720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oppins"/>
              <a:buChar char="❏"/>
            </a:pPr>
            <a:r>
              <a:rPr lang="en" sz="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Sekunder (36 – 60 Tahun)</a:t>
            </a:r>
            <a:endParaRPr sz="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85750" lvl="0" marL="45720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oppins"/>
              <a:buChar char="❏"/>
            </a:pPr>
            <a:r>
              <a:rPr lang="en" sz="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Rumah tangga besar, Pensiunan.</a:t>
            </a:r>
            <a:endParaRPr sz="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0" name="Google Shape;520;p53"/>
          <p:cNvSpPr txBox="1"/>
          <p:nvPr/>
        </p:nvSpPr>
        <p:spPr>
          <a:xfrm>
            <a:off x="6475953" y="1615500"/>
            <a:ext cx="2410500" cy="13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-24130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oto Sans Symbols"/>
              <a:buChar char="⮚"/>
            </a:pPr>
            <a:r>
              <a:rPr b="1" lang="en" sz="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Primer :</a:t>
            </a:r>
            <a:r>
              <a:rPr lang="en" sz="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Digital-First, Convenience-Seeker, Quality-Conscious, Routine-Based.</a:t>
            </a:r>
            <a:endParaRPr sz="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4130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oppins"/>
              <a:buChar char="⮚"/>
            </a:pPr>
            <a:r>
              <a:rPr b="1" lang="en" sz="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Sekunder : </a:t>
            </a:r>
            <a:r>
              <a:rPr lang="en" sz="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influence by certain person, who needs certainty to every transaction.</a:t>
            </a:r>
            <a:endParaRPr sz="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1" name="Google Shape;521;p53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WIZZYWASH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6" name="Google Shape;526;p54"/>
          <p:cNvGrpSpPr/>
          <p:nvPr/>
        </p:nvGrpSpPr>
        <p:grpSpPr>
          <a:xfrm>
            <a:off x="3885975" y="297375"/>
            <a:ext cx="4190400" cy="4231200"/>
            <a:chOff x="4303025" y="449025"/>
            <a:chExt cx="4190400" cy="4231200"/>
          </a:xfrm>
        </p:grpSpPr>
        <p:cxnSp>
          <p:nvCxnSpPr>
            <p:cNvPr id="527" name="Google Shape;527;p54"/>
            <p:cNvCxnSpPr/>
            <p:nvPr/>
          </p:nvCxnSpPr>
          <p:spPr>
            <a:xfrm>
              <a:off x="6398225" y="449025"/>
              <a:ext cx="0" cy="42312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8" name="Google Shape;528;p54"/>
            <p:cNvCxnSpPr/>
            <p:nvPr/>
          </p:nvCxnSpPr>
          <p:spPr>
            <a:xfrm>
              <a:off x="4303025" y="2564625"/>
              <a:ext cx="4190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29" name="Google Shape;529;p54"/>
          <p:cNvSpPr txBox="1"/>
          <p:nvPr>
            <p:ph type="title"/>
          </p:nvPr>
        </p:nvSpPr>
        <p:spPr>
          <a:xfrm>
            <a:off x="607725" y="1388100"/>
            <a:ext cx="2163000" cy="13650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C343D"/>
                </a:solidFill>
              </a:rPr>
              <a:t>BRAND PERSONALITY AND VOICE</a:t>
            </a:r>
            <a:r>
              <a:rPr lang="en">
                <a:solidFill>
                  <a:srgbClr val="0C343D"/>
                </a:solidFill>
              </a:rPr>
              <a:t> </a:t>
            </a:r>
            <a:endParaRPr>
              <a:solidFill>
                <a:srgbClr val="0C343D"/>
              </a:solidFill>
            </a:endParaRPr>
          </a:p>
        </p:txBody>
      </p:sp>
      <p:grpSp>
        <p:nvGrpSpPr>
          <p:cNvPr id="530" name="Google Shape;530;p54"/>
          <p:cNvGrpSpPr/>
          <p:nvPr/>
        </p:nvGrpSpPr>
        <p:grpSpPr>
          <a:xfrm>
            <a:off x="3803206" y="300175"/>
            <a:ext cx="2004600" cy="1699900"/>
            <a:chOff x="4220256" y="451825"/>
            <a:chExt cx="2004600" cy="1699900"/>
          </a:xfrm>
        </p:grpSpPr>
        <p:sp>
          <p:nvSpPr>
            <p:cNvPr id="531" name="Google Shape;531;p54"/>
            <p:cNvSpPr/>
            <p:nvPr/>
          </p:nvSpPr>
          <p:spPr>
            <a:xfrm>
              <a:off x="4220256" y="451825"/>
              <a:ext cx="2004600" cy="350400"/>
            </a:xfrm>
            <a:prstGeom prst="roundRect">
              <a:avLst>
                <a:gd fmla="val 50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DM Sans SemiBold"/>
                  <a:ea typeface="DM Sans SemiBold"/>
                  <a:cs typeface="DM Sans SemiBold"/>
                  <a:sym typeface="DM Sans SemiBold"/>
                </a:rPr>
                <a:t>Friendly</a:t>
              </a:r>
              <a:endParaRPr sz="10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endParaRPr>
            </a:p>
          </p:txBody>
        </p:sp>
        <p:grpSp>
          <p:nvGrpSpPr>
            <p:cNvPr id="532" name="Google Shape;532;p54"/>
            <p:cNvGrpSpPr/>
            <p:nvPr/>
          </p:nvGrpSpPr>
          <p:grpSpPr>
            <a:xfrm>
              <a:off x="4303025" y="1046025"/>
              <a:ext cx="1870800" cy="1105700"/>
              <a:chOff x="4303025" y="1046025"/>
              <a:chExt cx="1870800" cy="1105700"/>
            </a:xfrm>
          </p:grpSpPr>
          <p:sp>
            <p:nvSpPr>
              <p:cNvPr id="533" name="Google Shape;533;p54"/>
              <p:cNvSpPr txBox="1"/>
              <p:nvPr/>
            </p:nvSpPr>
            <p:spPr>
              <a:xfrm>
                <a:off x="4303025" y="1046025"/>
                <a:ext cx="1870800" cy="861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solidFill>
                      <a:schemeClr val="lt1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Do : </a:t>
                </a:r>
                <a:r>
                  <a:rPr lang="en" sz="800">
                    <a:solidFill>
                      <a:schemeClr val="lt1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Memanggil admin dengan “Min Wash” dan pelanggan dengan “Kak”. Menggunakan bahasa casual yang ramah untuk urban people.</a:t>
                </a:r>
                <a:endParaRPr sz="800">
                  <a:solidFill>
                    <a:schemeClr val="lt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00">
                  <a:solidFill>
                    <a:schemeClr val="lt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solidFill>
                      <a:schemeClr val="lt1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Don’t :</a:t>
                </a:r>
                <a:r>
                  <a:rPr lang="en" sz="800">
                    <a:solidFill>
                      <a:schemeClr val="lt1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 Menggunakan bahasa kaku seperti robot.</a:t>
                </a:r>
                <a:endParaRPr sz="800">
                  <a:solidFill>
                    <a:schemeClr val="lt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534" name="Google Shape;534;p54"/>
              <p:cNvSpPr txBox="1"/>
              <p:nvPr/>
            </p:nvSpPr>
            <p:spPr>
              <a:xfrm>
                <a:off x="4699276" y="1905425"/>
                <a:ext cx="1290000" cy="24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800">
                  <a:solidFill>
                    <a:schemeClr val="lt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800">
                  <a:solidFill>
                    <a:schemeClr val="lt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  <p:sp>
        <p:nvSpPr>
          <p:cNvPr id="535" name="Google Shape;535;p54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WIZZYWASH</a:t>
            </a:r>
            <a:endParaRPr/>
          </a:p>
        </p:txBody>
      </p:sp>
      <p:sp>
        <p:nvSpPr>
          <p:cNvPr id="536" name="Google Shape;536;p54"/>
          <p:cNvSpPr/>
          <p:nvPr/>
        </p:nvSpPr>
        <p:spPr>
          <a:xfrm>
            <a:off x="6188956" y="300175"/>
            <a:ext cx="2004600" cy="3504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Trusted</a:t>
            </a:r>
            <a:endParaRPr sz="1000">
              <a:solidFill>
                <a:schemeClr val="lt1"/>
              </a:solidFill>
              <a:latin typeface="DM Sans SemiBold"/>
              <a:ea typeface="DM Sans SemiBold"/>
              <a:cs typeface="DM Sans SemiBold"/>
              <a:sym typeface="DM Sans SemiBold"/>
            </a:endParaRPr>
          </a:p>
        </p:txBody>
      </p:sp>
      <p:sp>
        <p:nvSpPr>
          <p:cNvPr id="537" name="Google Shape;537;p54"/>
          <p:cNvSpPr txBox="1"/>
          <p:nvPr/>
        </p:nvSpPr>
        <p:spPr>
          <a:xfrm>
            <a:off x="6255850" y="881850"/>
            <a:ext cx="1870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Do : </a:t>
            </a:r>
            <a:r>
              <a:rPr lang="en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Informasi pelanggan yang tepat dan akurat, Jujur pada kualitas (tidak overklaim), Proteksi pelanggan.</a:t>
            </a:r>
            <a:endParaRPr sz="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Don’t :</a:t>
            </a:r>
            <a:r>
              <a:rPr lang="en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Overklaim, tidak ada proteksi pelanggan, </a:t>
            </a:r>
            <a:endParaRPr sz="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38" name="Google Shape;538;p54"/>
          <p:cNvSpPr/>
          <p:nvPr/>
        </p:nvSpPr>
        <p:spPr>
          <a:xfrm>
            <a:off x="3803206" y="2678975"/>
            <a:ext cx="2004600" cy="3504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Professional</a:t>
            </a:r>
            <a:endParaRPr sz="1000">
              <a:solidFill>
                <a:schemeClr val="dk1"/>
              </a:solidFill>
              <a:latin typeface="DM Sans SemiBold"/>
              <a:ea typeface="DM Sans SemiBold"/>
              <a:cs typeface="DM Sans SemiBold"/>
              <a:sym typeface="DM Sans SemiBold"/>
            </a:endParaRPr>
          </a:p>
        </p:txBody>
      </p:sp>
      <p:sp>
        <p:nvSpPr>
          <p:cNvPr id="539" name="Google Shape;539;p54"/>
          <p:cNvSpPr txBox="1"/>
          <p:nvPr/>
        </p:nvSpPr>
        <p:spPr>
          <a:xfrm>
            <a:off x="3870100" y="3186150"/>
            <a:ext cx="1870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Do : </a:t>
            </a:r>
            <a:r>
              <a:rPr lang="en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Authority kuat (terlihat ahli dibidangnya), disiplin dalam mengunggah konten.</a:t>
            </a:r>
            <a:endParaRPr sz="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Don’t :</a:t>
            </a:r>
            <a:r>
              <a:rPr lang="en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Tidak ada informasi menyesatkan.</a:t>
            </a:r>
            <a:endParaRPr sz="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540" name="Google Shape;540;p54" title="download (1).jf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21749" y="2954400"/>
            <a:ext cx="1546129" cy="1365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54"/>
          <p:cNvSpPr/>
          <p:nvPr/>
        </p:nvSpPr>
        <p:spPr>
          <a:xfrm>
            <a:off x="6071781" y="2678975"/>
            <a:ext cx="2004600" cy="350400"/>
          </a:xfrm>
          <a:prstGeom prst="roundRect">
            <a:avLst>
              <a:gd fmla="val 50000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Brand Persona </a:t>
            </a:r>
            <a:endParaRPr sz="900">
              <a:solidFill>
                <a:schemeClr val="dk1"/>
              </a:solidFill>
              <a:latin typeface="DM Sans SemiBold"/>
              <a:ea typeface="DM Sans SemiBold"/>
              <a:cs typeface="DM Sans SemiBold"/>
              <a:sym typeface="DM Sans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(Maudy Ayunda)</a:t>
            </a:r>
            <a:endParaRPr sz="900">
              <a:solidFill>
                <a:schemeClr val="dk1"/>
              </a:solidFill>
              <a:latin typeface="DM Sans SemiBold"/>
              <a:ea typeface="DM Sans SemiBold"/>
              <a:cs typeface="DM Sans SemiBold"/>
              <a:sym typeface="DM Sans SemiBold"/>
            </a:endParaRPr>
          </a:p>
        </p:txBody>
      </p:sp>
      <p:sp>
        <p:nvSpPr>
          <p:cNvPr id="542" name="Google Shape;542;p54"/>
          <p:cNvSpPr txBox="1"/>
          <p:nvPr/>
        </p:nvSpPr>
        <p:spPr>
          <a:xfrm>
            <a:off x="6138675" y="4342250"/>
            <a:ext cx="2706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Maudy Ayunda </a:t>
            </a:r>
            <a:r>
              <a:rPr lang="en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terkenal sebagai aktris yang profesional, ramah, dan dapat dipercaya (kredibilitas tinggi). Selain itu, Maudy Ayunda terkenal smart, tegas namum bersahabat, dan selalu positive vibe.</a:t>
            </a:r>
            <a:endParaRPr sz="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55"/>
          <p:cNvSpPr txBox="1"/>
          <p:nvPr>
            <p:ph type="title"/>
          </p:nvPr>
        </p:nvSpPr>
        <p:spPr>
          <a:xfrm>
            <a:off x="228600" y="2224382"/>
            <a:ext cx="1966500" cy="6246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BRAND STYLE GUIDE</a:t>
            </a:r>
            <a:endParaRPr/>
          </a:p>
        </p:txBody>
      </p:sp>
      <p:sp>
        <p:nvSpPr>
          <p:cNvPr id="548" name="Google Shape;548;p55"/>
          <p:cNvSpPr txBox="1"/>
          <p:nvPr>
            <p:ph idx="13" type="subTitle"/>
          </p:nvPr>
        </p:nvSpPr>
        <p:spPr>
          <a:xfrm>
            <a:off x="232825" y="3337900"/>
            <a:ext cx="1966500" cy="13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.</a:t>
            </a:r>
            <a:endParaRPr sz="900"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900"/>
              <a:t>"Modern, Fast, &amp; Magical. WIZZYWASH melambangkan efisiensi teknologi laundry online yang memberikan proteksi (shield) dan kebahagiaan (mascot) bagi pelanggan."</a:t>
            </a:r>
            <a:endParaRPr sz="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49" name="Google Shape;549;p55" title="Gemini_Generated_Image_fpyr9cfpyr9cfpyr.png"/>
          <p:cNvPicPr preferRelativeResize="0"/>
          <p:nvPr/>
        </p:nvPicPr>
        <p:blipFill rotWithShape="1">
          <a:blip r:embed="rId3">
            <a:alphaModFix/>
          </a:blip>
          <a:srcRect b="0" l="22107" r="21062" t="0"/>
          <a:stretch/>
        </p:blipFill>
        <p:spPr>
          <a:xfrm>
            <a:off x="581725" y="571138"/>
            <a:ext cx="1268713" cy="121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0" name="Google Shape;550;p55" title="Gemini_Generated_Image_dn8rdjdn8rdjdn8r-removebg-preview.png"/>
          <p:cNvPicPr preferRelativeResize="0"/>
          <p:nvPr/>
        </p:nvPicPr>
        <p:blipFill rotWithShape="1">
          <a:blip r:embed="rId4">
            <a:alphaModFix/>
          </a:blip>
          <a:srcRect b="14935" l="10768" r="10634" t="18211"/>
          <a:stretch/>
        </p:blipFill>
        <p:spPr>
          <a:xfrm>
            <a:off x="2912039" y="117025"/>
            <a:ext cx="2378076" cy="1102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55"/>
          <p:cNvSpPr txBox="1"/>
          <p:nvPr/>
        </p:nvSpPr>
        <p:spPr>
          <a:xfrm>
            <a:off x="2985301" y="2461174"/>
            <a:ext cx="2991900" cy="2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44">
                <a:latin typeface="Poppins"/>
                <a:ea typeface="Poppins"/>
                <a:cs typeface="Poppins"/>
                <a:sym typeface="Poppins"/>
              </a:rPr>
              <a:t>Color Palette</a:t>
            </a:r>
            <a:endParaRPr b="0" i="0" sz="1176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52" name="Google Shape;552;p55"/>
          <p:cNvSpPr txBox="1"/>
          <p:nvPr/>
        </p:nvSpPr>
        <p:spPr>
          <a:xfrm>
            <a:off x="3002825" y="2763099"/>
            <a:ext cx="1030800" cy="1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86">
                <a:latin typeface="Poppins"/>
                <a:ea typeface="Poppins"/>
                <a:cs typeface="Poppins"/>
                <a:sym typeface="Poppins"/>
              </a:rPr>
              <a:t>Primary Colors</a:t>
            </a:r>
            <a:endParaRPr b="0" i="0" sz="73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53" name="Google Shape;553;p55"/>
          <p:cNvSpPr txBox="1"/>
          <p:nvPr/>
        </p:nvSpPr>
        <p:spPr>
          <a:xfrm>
            <a:off x="3002825" y="2961072"/>
            <a:ext cx="994500" cy="1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86">
                <a:latin typeface="Poppins"/>
                <a:ea typeface="Poppins"/>
                <a:cs typeface="Poppins"/>
                <a:sym typeface="Poppins"/>
              </a:rPr>
              <a:t>Deep Ocean Blue</a:t>
            </a:r>
            <a:endParaRPr i="0" sz="73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54" name="Google Shape;554;p55"/>
          <p:cNvSpPr txBox="1"/>
          <p:nvPr/>
        </p:nvSpPr>
        <p:spPr>
          <a:xfrm>
            <a:off x="4177600" y="2763099"/>
            <a:ext cx="648600" cy="1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86">
                <a:latin typeface="Poppins"/>
                <a:ea typeface="Poppins"/>
                <a:cs typeface="Poppins"/>
                <a:sym typeface="Poppins"/>
              </a:rPr>
              <a:t>Hex Code</a:t>
            </a:r>
            <a:endParaRPr b="0" i="0" sz="73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55" name="Google Shape;555;p55"/>
          <p:cNvSpPr txBox="1"/>
          <p:nvPr/>
        </p:nvSpPr>
        <p:spPr>
          <a:xfrm>
            <a:off x="4141535" y="2961072"/>
            <a:ext cx="684900" cy="1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86">
                <a:latin typeface="Poppins"/>
                <a:ea typeface="Poppins"/>
                <a:cs typeface="Poppins"/>
                <a:sym typeface="Poppins"/>
              </a:rPr>
              <a:t>#1A4B84</a:t>
            </a:r>
            <a:endParaRPr i="0" sz="73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56" name="Google Shape;556;p55"/>
          <p:cNvSpPr txBox="1"/>
          <p:nvPr/>
        </p:nvSpPr>
        <p:spPr>
          <a:xfrm>
            <a:off x="3002825" y="3227720"/>
            <a:ext cx="994500" cy="1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86">
                <a:latin typeface="Poppins"/>
                <a:ea typeface="Poppins"/>
                <a:cs typeface="Poppins"/>
                <a:sym typeface="Poppins"/>
              </a:rPr>
              <a:t>Electric Blue</a:t>
            </a:r>
            <a:endParaRPr i="0" sz="73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57" name="Google Shape;557;p55"/>
          <p:cNvSpPr txBox="1"/>
          <p:nvPr/>
        </p:nvSpPr>
        <p:spPr>
          <a:xfrm>
            <a:off x="4141535" y="3227720"/>
            <a:ext cx="684900" cy="1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86">
                <a:latin typeface="Poppins"/>
                <a:ea typeface="Poppins"/>
                <a:cs typeface="Poppins"/>
                <a:sym typeface="Poppins"/>
              </a:rPr>
              <a:t>#326CF2</a:t>
            </a:r>
            <a:endParaRPr i="0" sz="73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58" name="Google Shape;558;p55"/>
          <p:cNvSpPr txBox="1"/>
          <p:nvPr/>
        </p:nvSpPr>
        <p:spPr>
          <a:xfrm>
            <a:off x="3002825" y="3494369"/>
            <a:ext cx="994500" cy="1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86">
                <a:latin typeface="Poppins"/>
                <a:ea typeface="Poppins"/>
                <a:cs typeface="Poppins"/>
                <a:sym typeface="Poppins"/>
              </a:rPr>
              <a:t>Sky Aqua</a:t>
            </a:r>
            <a:endParaRPr i="0" sz="73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59" name="Google Shape;559;p55"/>
          <p:cNvSpPr txBox="1"/>
          <p:nvPr/>
        </p:nvSpPr>
        <p:spPr>
          <a:xfrm>
            <a:off x="4141535" y="3494369"/>
            <a:ext cx="684900" cy="1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86">
                <a:latin typeface="Poppins"/>
                <a:ea typeface="Poppins"/>
                <a:cs typeface="Poppins"/>
                <a:sym typeface="Poppins"/>
              </a:rPr>
              <a:t>#7ED6DF</a:t>
            </a:r>
            <a:endParaRPr i="0" sz="73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0" name="Google Shape;560;p55"/>
          <p:cNvSpPr/>
          <p:nvPr/>
        </p:nvSpPr>
        <p:spPr>
          <a:xfrm>
            <a:off x="5020726" y="2957683"/>
            <a:ext cx="1145400" cy="139800"/>
          </a:xfrm>
          <a:prstGeom prst="rect">
            <a:avLst/>
          </a:prstGeom>
          <a:solidFill>
            <a:srgbClr val="1A4B84"/>
          </a:solidFill>
          <a:ln cap="flat" cmpd="sng" w="497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650" lIns="47650" spcFirstLastPara="1" rIns="47650" wrap="square" tIns="47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3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55"/>
          <p:cNvSpPr/>
          <p:nvPr/>
        </p:nvSpPr>
        <p:spPr>
          <a:xfrm>
            <a:off x="5020726" y="3226000"/>
            <a:ext cx="1145400" cy="139800"/>
          </a:xfrm>
          <a:prstGeom prst="rect">
            <a:avLst/>
          </a:prstGeom>
          <a:solidFill>
            <a:srgbClr val="326CF2"/>
          </a:solidFill>
          <a:ln>
            <a:noFill/>
          </a:ln>
        </p:spPr>
        <p:txBody>
          <a:bodyPr anchorCtr="0" anchor="ctr" bIns="47650" lIns="47650" spcFirstLastPara="1" rIns="47650" wrap="square" tIns="47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3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55"/>
          <p:cNvSpPr/>
          <p:nvPr/>
        </p:nvSpPr>
        <p:spPr>
          <a:xfrm>
            <a:off x="5020726" y="3492648"/>
            <a:ext cx="1145400" cy="139800"/>
          </a:xfrm>
          <a:prstGeom prst="rect">
            <a:avLst/>
          </a:prstGeom>
          <a:solidFill>
            <a:srgbClr val="7ED6DF"/>
          </a:solidFill>
          <a:ln cap="flat" cmpd="sng" w="497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650" lIns="47650" spcFirstLastPara="1" rIns="47650" wrap="square" tIns="47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3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55"/>
          <p:cNvSpPr txBox="1"/>
          <p:nvPr/>
        </p:nvSpPr>
        <p:spPr>
          <a:xfrm>
            <a:off x="2985301" y="1219525"/>
            <a:ext cx="2431200" cy="2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44">
                <a:latin typeface="Poppins"/>
                <a:ea typeface="Poppins"/>
                <a:cs typeface="Poppins"/>
                <a:sym typeface="Poppins"/>
              </a:rPr>
              <a:t>Typography</a:t>
            </a:r>
            <a:endParaRPr b="0" i="0" sz="1176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4" name="Google Shape;564;p55"/>
          <p:cNvSpPr txBox="1"/>
          <p:nvPr/>
        </p:nvSpPr>
        <p:spPr>
          <a:xfrm>
            <a:off x="2985301" y="1521456"/>
            <a:ext cx="5205300" cy="8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616"/>
              <a:buNone/>
            </a:pPr>
            <a:r>
              <a:rPr b="1" lang="en" sz="78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Font Utama (Heading)</a:t>
            </a:r>
            <a:r>
              <a:rPr lang="en" sz="78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Montserrat (Bold) atau Poppins (Bold).</a:t>
            </a:r>
            <a:endParaRPr sz="784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77821" lvl="0" marL="256062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4"/>
              <a:buFont typeface="Poppins"/>
              <a:buChar char="➢"/>
            </a:pPr>
            <a:r>
              <a:rPr i="1" lang="en" sz="78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Karakter:</a:t>
            </a:r>
            <a:r>
              <a:rPr lang="en" sz="78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Geometris, modern, dan memberikan kesan "tegas namun bersahabat."</a:t>
            </a:r>
            <a:endParaRPr sz="784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616"/>
              <a:buNone/>
            </a:pPr>
            <a:r>
              <a:rPr b="1" lang="en" sz="78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Font Pendukung (Body Copy)</a:t>
            </a:r>
            <a:r>
              <a:rPr lang="en" sz="78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Open Sans atau Roboto (Regular).</a:t>
            </a:r>
            <a:endParaRPr sz="784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77821" lvl="0" marL="256062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4"/>
              <a:buFont typeface="Poppins"/>
              <a:buChar char="➢"/>
            </a:pPr>
            <a:r>
              <a:rPr i="1" lang="en" sz="78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Karakter:</a:t>
            </a:r>
            <a:r>
              <a:rPr lang="en" sz="78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Memiliki tingkat keterbacaan (readability) yang tinggi untuk teks yang panjang atau detail harga.</a:t>
            </a:r>
            <a:endParaRPr sz="1512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5" name="Google Shape;565;p55"/>
          <p:cNvSpPr txBox="1"/>
          <p:nvPr/>
        </p:nvSpPr>
        <p:spPr>
          <a:xfrm>
            <a:off x="3002825" y="3797173"/>
            <a:ext cx="1030800" cy="1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86">
                <a:latin typeface="Poppins"/>
                <a:ea typeface="Poppins"/>
                <a:cs typeface="Poppins"/>
                <a:sym typeface="Poppins"/>
              </a:rPr>
              <a:t>Secondary Colors</a:t>
            </a:r>
            <a:endParaRPr b="0" i="0" sz="73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6" name="Google Shape;566;p55"/>
          <p:cNvSpPr txBox="1"/>
          <p:nvPr/>
        </p:nvSpPr>
        <p:spPr>
          <a:xfrm>
            <a:off x="3002825" y="3995146"/>
            <a:ext cx="994500" cy="1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86">
                <a:latin typeface="Poppins"/>
                <a:ea typeface="Poppins"/>
                <a:cs typeface="Poppins"/>
                <a:sym typeface="Poppins"/>
              </a:rPr>
              <a:t>Pure White</a:t>
            </a:r>
            <a:endParaRPr i="0" sz="73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7" name="Google Shape;567;p55"/>
          <p:cNvSpPr txBox="1"/>
          <p:nvPr/>
        </p:nvSpPr>
        <p:spPr>
          <a:xfrm>
            <a:off x="4177600" y="3797173"/>
            <a:ext cx="648600" cy="1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86">
                <a:latin typeface="Poppins"/>
                <a:ea typeface="Poppins"/>
                <a:cs typeface="Poppins"/>
                <a:sym typeface="Poppins"/>
              </a:rPr>
              <a:t>Hex Code</a:t>
            </a:r>
            <a:endParaRPr b="0" i="0" sz="73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8" name="Google Shape;568;p55"/>
          <p:cNvSpPr txBox="1"/>
          <p:nvPr/>
        </p:nvSpPr>
        <p:spPr>
          <a:xfrm>
            <a:off x="4141535" y="3995146"/>
            <a:ext cx="684900" cy="1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86">
                <a:latin typeface="Poppins"/>
                <a:ea typeface="Poppins"/>
                <a:cs typeface="Poppins"/>
                <a:sym typeface="Poppins"/>
              </a:rPr>
              <a:t>#FFFFFF</a:t>
            </a:r>
            <a:endParaRPr i="0" sz="73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9" name="Google Shape;569;p55"/>
          <p:cNvSpPr txBox="1"/>
          <p:nvPr/>
        </p:nvSpPr>
        <p:spPr>
          <a:xfrm>
            <a:off x="3002825" y="4261794"/>
            <a:ext cx="994500" cy="1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86">
                <a:latin typeface="Poppins"/>
                <a:ea typeface="Poppins"/>
                <a:cs typeface="Poppins"/>
                <a:sym typeface="Poppins"/>
              </a:rPr>
              <a:t>Soft Grey</a:t>
            </a:r>
            <a:endParaRPr i="0" sz="73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70" name="Google Shape;570;p55"/>
          <p:cNvSpPr txBox="1"/>
          <p:nvPr/>
        </p:nvSpPr>
        <p:spPr>
          <a:xfrm>
            <a:off x="4141535" y="4261794"/>
            <a:ext cx="684900" cy="1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86">
                <a:latin typeface="Poppins"/>
                <a:ea typeface="Poppins"/>
                <a:cs typeface="Poppins"/>
                <a:sym typeface="Poppins"/>
              </a:rPr>
              <a:t>#F2F2F2</a:t>
            </a:r>
            <a:endParaRPr i="0" sz="73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71" name="Google Shape;571;p55"/>
          <p:cNvSpPr txBox="1"/>
          <p:nvPr/>
        </p:nvSpPr>
        <p:spPr>
          <a:xfrm>
            <a:off x="3002825" y="4528442"/>
            <a:ext cx="994500" cy="1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86">
                <a:latin typeface="Poppins"/>
                <a:ea typeface="Poppins"/>
                <a:cs typeface="Poppins"/>
                <a:sym typeface="Poppins"/>
              </a:rPr>
              <a:t>Sunshine Orange</a:t>
            </a:r>
            <a:endParaRPr i="0" sz="73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72" name="Google Shape;572;p55"/>
          <p:cNvSpPr txBox="1"/>
          <p:nvPr/>
        </p:nvSpPr>
        <p:spPr>
          <a:xfrm>
            <a:off x="4141535" y="4528442"/>
            <a:ext cx="684900" cy="1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86">
                <a:latin typeface="Poppins"/>
                <a:ea typeface="Poppins"/>
                <a:cs typeface="Poppins"/>
                <a:sym typeface="Poppins"/>
              </a:rPr>
              <a:t>#F9A825</a:t>
            </a:r>
            <a:endParaRPr i="0" sz="73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73" name="Google Shape;573;p55"/>
          <p:cNvSpPr/>
          <p:nvPr/>
        </p:nvSpPr>
        <p:spPr>
          <a:xfrm>
            <a:off x="5020726" y="3991757"/>
            <a:ext cx="1145400" cy="139800"/>
          </a:xfrm>
          <a:prstGeom prst="rect">
            <a:avLst/>
          </a:prstGeom>
          <a:solidFill>
            <a:srgbClr val="FFFFFF"/>
          </a:solidFill>
          <a:ln cap="flat" cmpd="sng" w="497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650" lIns="47650" spcFirstLastPara="1" rIns="47650" wrap="square" tIns="47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3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55"/>
          <p:cNvSpPr/>
          <p:nvPr/>
        </p:nvSpPr>
        <p:spPr>
          <a:xfrm>
            <a:off x="5020726" y="4260073"/>
            <a:ext cx="1145400" cy="139800"/>
          </a:xfrm>
          <a:prstGeom prst="rect">
            <a:avLst/>
          </a:prstGeom>
          <a:solidFill>
            <a:srgbClr val="F2F2F2"/>
          </a:solidFill>
          <a:ln cap="flat" cmpd="sng" w="49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650" lIns="47650" spcFirstLastPara="1" rIns="47650" wrap="square" tIns="47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3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55"/>
          <p:cNvSpPr/>
          <p:nvPr/>
        </p:nvSpPr>
        <p:spPr>
          <a:xfrm>
            <a:off x="5020726" y="4526722"/>
            <a:ext cx="1145400" cy="139800"/>
          </a:xfrm>
          <a:prstGeom prst="rect">
            <a:avLst/>
          </a:prstGeom>
          <a:solidFill>
            <a:srgbClr val="F9A825"/>
          </a:solidFill>
          <a:ln cap="flat" cmpd="sng" w="497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650" lIns="47650" spcFirstLastPara="1" rIns="47650" wrap="square" tIns="47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3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56"/>
          <p:cNvSpPr txBox="1"/>
          <p:nvPr>
            <p:ph type="title"/>
          </p:nvPr>
        </p:nvSpPr>
        <p:spPr>
          <a:xfrm>
            <a:off x="228600" y="2224382"/>
            <a:ext cx="1966500" cy="6246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BRAND STYLE GUIDE</a:t>
            </a:r>
            <a:endParaRPr/>
          </a:p>
        </p:txBody>
      </p:sp>
      <p:sp>
        <p:nvSpPr>
          <p:cNvPr id="581" name="Google Shape;581;p56"/>
          <p:cNvSpPr txBox="1"/>
          <p:nvPr>
            <p:ph idx="13" type="subTitle"/>
          </p:nvPr>
        </p:nvSpPr>
        <p:spPr>
          <a:xfrm>
            <a:off x="232825" y="3337900"/>
            <a:ext cx="1966500" cy="13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.</a:t>
            </a:r>
            <a:endParaRPr sz="900"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"Modern, Fast, &amp; Magical. WIZZYWASH melambangkan efisiensi teknologi laundry online yang memberikan proteksi (shield) dan kebahagiaan (mascot) bagi pelanggan."</a:t>
            </a:r>
            <a:endParaRPr sz="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82" name="Google Shape;582;p56" title="Gemini_Generated_Image_fpyr9cfpyr9cfpyr.png"/>
          <p:cNvPicPr preferRelativeResize="0"/>
          <p:nvPr/>
        </p:nvPicPr>
        <p:blipFill rotWithShape="1">
          <a:blip r:embed="rId3">
            <a:alphaModFix/>
          </a:blip>
          <a:srcRect b="0" l="22107" r="21062" t="0"/>
          <a:stretch/>
        </p:blipFill>
        <p:spPr>
          <a:xfrm>
            <a:off x="581725" y="571138"/>
            <a:ext cx="1268713" cy="121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3" name="Google Shape;583;p56" title="Gemini_Generated_Image_dn8rdjdn8rdjdn8r-removebg-preview.png"/>
          <p:cNvPicPr preferRelativeResize="0"/>
          <p:nvPr/>
        </p:nvPicPr>
        <p:blipFill rotWithShape="1">
          <a:blip r:embed="rId4">
            <a:alphaModFix/>
          </a:blip>
          <a:srcRect b="14935" l="10768" r="10634" t="18211"/>
          <a:stretch/>
        </p:blipFill>
        <p:spPr>
          <a:xfrm>
            <a:off x="2990375" y="383075"/>
            <a:ext cx="2378076" cy="1102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56"/>
          <p:cNvSpPr txBox="1"/>
          <p:nvPr/>
        </p:nvSpPr>
        <p:spPr>
          <a:xfrm>
            <a:off x="2990375" y="2144868"/>
            <a:ext cx="5564100" cy="19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00527" lvl="0" marL="277651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2"/>
              <a:buChar char="❏"/>
            </a:pPr>
            <a:r>
              <a:rPr b="1" lang="en" sz="972">
                <a:solidFill>
                  <a:srgbClr val="000000"/>
                </a:solidFill>
              </a:rPr>
              <a:t>Nama "Wizzywash":</a:t>
            </a:r>
            <a:r>
              <a:rPr lang="en" sz="972">
                <a:solidFill>
                  <a:srgbClr val="000000"/>
                </a:solidFill>
              </a:rPr>
              <a:t> Gabungan kata </a:t>
            </a:r>
            <a:r>
              <a:rPr i="1" lang="en" sz="972">
                <a:solidFill>
                  <a:srgbClr val="000000"/>
                </a:solidFill>
              </a:rPr>
              <a:t>"Wizard"</a:t>
            </a:r>
            <a:r>
              <a:rPr lang="en" sz="972">
                <a:solidFill>
                  <a:srgbClr val="000000"/>
                </a:solidFill>
              </a:rPr>
              <a:t> (penyihir/ahli) atau </a:t>
            </a:r>
            <a:r>
              <a:rPr i="1" lang="en" sz="972">
                <a:solidFill>
                  <a:srgbClr val="000000"/>
                </a:solidFill>
              </a:rPr>
              <a:t>"Whiz"</a:t>
            </a:r>
            <a:r>
              <a:rPr lang="en" sz="972">
                <a:solidFill>
                  <a:srgbClr val="000000"/>
                </a:solidFill>
              </a:rPr>
              <a:t> (cepat/mahir) dan </a:t>
            </a:r>
            <a:r>
              <a:rPr i="1" lang="en" sz="972">
                <a:solidFill>
                  <a:srgbClr val="000000"/>
                </a:solidFill>
              </a:rPr>
              <a:t>"Wash"</a:t>
            </a:r>
            <a:r>
              <a:rPr lang="en" sz="972">
                <a:solidFill>
                  <a:srgbClr val="000000"/>
                </a:solidFill>
              </a:rPr>
              <a:t>. Ini merepresentasikan kecepatan, keajaiban hasil yang bersih, dan kemudahan proses yang luar biasa.</a:t>
            </a:r>
            <a:endParaRPr sz="972">
              <a:solidFill>
                <a:srgbClr val="000000"/>
              </a:solidFill>
            </a:endParaRPr>
          </a:p>
          <a:p>
            <a:pPr indent="-200527" lvl="0" marL="277651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2"/>
              <a:buChar char="❏"/>
            </a:pPr>
            <a:r>
              <a:rPr b="1" lang="en" sz="972">
                <a:solidFill>
                  <a:srgbClr val="000000"/>
                </a:solidFill>
              </a:rPr>
              <a:t>Ikon Karakter (Bubble Mascot):</a:t>
            </a:r>
            <a:r>
              <a:rPr lang="en" sz="972">
                <a:solidFill>
                  <a:srgbClr val="000000"/>
                </a:solidFill>
              </a:rPr>
              <a:t> Gelembung yang tersenyum di dalam pusaran air melambangkan kebahagiaan pelanggan dan proses pembersihan yang dinamis namun aman.</a:t>
            </a:r>
            <a:endParaRPr sz="972">
              <a:solidFill>
                <a:srgbClr val="000000"/>
              </a:solidFill>
            </a:endParaRPr>
          </a:p>
          <a:p>
            <a:pPr indent="-200527" lvl="0" marL="277651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2"/>
              <a:buChar char="❏"/>
            </a:pPr>
            <a:r>
              <a:rPr b="1" lang="en" sz="972">
                <a:solidFill>
                  <a:srgbClr val="000000"/>
                </a:solidFill>
              </a:rPr>
              <a:t>Elemen Perisai (Shield):</a:t>
            </a:r>
            <a:r>
              <a:rPr lang="en" sz="972">
                <a:solidFill>
                  <a:srgbClr val="000000"/>
                </a:solidFill>
              </a:rPr>
              <a:t> Melambangkan perlindungan terhadap serat kain dan kepercayaan (trust) bahwa pakaian pelanggan berada di tangan yang aman.</a:t>
            </a:r>
            <a:endParaRPr sz="972">
              <a:solidFill>
                <a:srgbClr val="000000"/>
              </a:solidFill>
            </a:endParaRPr>
          </a:p>
          <a:p>
            <a:pPr indent="-200527" lvl="0" marL="277651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2"/>
              <a:buChar char="❏"/>
            </a:pPr>
            <a:r>
              <a:rPr b="1" lang="en" sz="972">
                <a:solidFill>
                  <a:srgbClr val="000000"/>
                </a:solidFill>
              </a:rPr>
              <a:t>Tornado/Pusaran:</a:t>
            </a:r>
            <a:r>
              <a:rPr lang="en" sz="972">
                <a:solidFill>
                  <a:srgbClr val="000000"/>
                </a:solidFill>
              </a:rPr>
              <a:t> Simbol efisiensi dan kekuatan teknologi dalam mengangkat kotoran secara menyeluruh.</a:t>
            </a:r>
            <a:endParaRPr sz="972">
              <a:solidFill>
                <a:srgbClr val="000000"/>
              </a:solidFill>
            </a:endParaRPr>
          </a:p>
        </p:txBody>
      </p:sp>
      <p:sp>
        <p:nvSpPr>
          <p:cNvPr id="585" name="Google Shape;585;p56"/>
          <p:cNvSpPr txBox="1"/>
          <p:nvPr/>
        </p:nvSpPr>
        <p:spPr>
          <a:xfrm>
            <a:off x="2990375" y="1587300"/>
            <a:ext cx="1720800" cy="2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7">
                <a:latin typeface="Poppins"/>
                <a:ea typeface="Poppins"/>
                <a:cs typeface="Poppins"/>
                <a:sym typeface="Poppins"/>
              </a:rPr>
              <a:t>Filosofi :</a:t>
            </a:r>
            <a:endParaRPr b="0" i="0" sz="1275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57"/>
          <p:cNvSpPr txBox="1"/>
          <p:nvPr>
            <p:ph idx="2" type="subTitle"/>
          </p:nvPr>
        </p:nvSpPr>
        <p:spPr>
          <a:xfrm>
            <a:off x="1345800" y="2664850"/>
            <a:ext cx="2118600" cy="345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INSTAGRAM</a:t>
            </a:r>
            <a:endParaRPr/>
          </a:p>
        </p:txBody>
      </p:sp>
      <p:sp>
        <p:nvSpPr>
          <p:cNvPr id="591" name="Google Shape;591;p57"/>
          <p:cNvSpPr txBox="1"/>
          <p:nvPr>
            <p:ph idx="3" type="subTitle"/>
          </p:nvPr>
        </p:nvSpPr>
        <p:spPr>
          <a:xfrm>
            <a:off x="1345800" y="2874575"/>
            <a:ext cx="2062200" cy="345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 </a:t>
            </a:r>
            <a:endParaRPr/>
          </a:p>
        </p:txBody>
      </p:sp>
      <p:sp>
        <p:nvSpPr>
          <p:cNvPr id="592" name="Google Shape;592;p57"/>
          <p:cNvSpPr txBox="1"/>
          <p:nvPr>
            <p:ph idx="5" type="body"/>
          </p:nvPr>
        </p:nvSpPr>
        <p:spPr>
          <a:xfrm>
            <a:off x="1345800" y="3266150"/>
            <a:ext cx="1785300" cy="74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Potensial audience banyak menggunakan instagram sehingga bisa membangun base yang kuat.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Bisa menambahkan link untuk klik.</a:t>
            </a:r>
            <a:endParaRPr/>
          </a:p>
        </p:txBody>
      </p:sp>
      <p:sp>
        <p:nvSpPr>
          <p:cNvPr id="593" name="Google Shape;593;p57"/>
          <p:cNvSpPr txBox="1"/>
          <p:nvPr>
            <p:ph idx="6" type="subTitle"/>
          </p:nvPr>
        </p:nvSpPr>
        <p:spPr>
          <a:xfrm>
            <a:off x="3540900" y="2664850"/>
            <a:ext cx="2118600" cy="345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TIKTOK</a:t>
            </a:r>
            <a:endParaRPr/>
          </a:p>
        </p:txBody>
      </p:sp>
      <p:sp>
        <p:nvSpPr>
          <p:cNvPr id="594" name="Google Shape;594;p57"/>
          <p:cNvSpPr txBox="1"/>
          <p:nvPr>
            <p:ph idx="7" type="subTitle"/>
          </p:nvPr>
        </p:nvSpPr>
        <p:spPr>
          <a:xfrm>
            <a:off x="3540900" y="2874575"/>
            <a:ext cx="2118600" cy="345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Support</a:t>
            </a:r>
            <a:endParaRPr/>
          </a:p>
        </p:txBody>
      </p:sp>
      <p:sp>
        <p:nvSpPr>
          <p:cNvPr id="595" name="Google Shape;595;p57"/>
          <p:cNvSpPr txBox="1"/>
          <p:nvPr>
            <p:ph idx="9" type="body"/>
          </p:nvPr>
        </p:nvSpPr>
        <p:spPr>
          <a:xfrm>
            <a:off x="3540900" y="3266150"/>
            <a:ext cx="1785300" cy="74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</a:t>
            </a:r>
            <a:r>
              <a:rPr lang="en"/>
              <a:t>Menjangkau generasi Z dan millenial.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Peluang besar konten viral secara organik tanpa minimal follower.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57"/>
          <p:cNvSpPr txBox="1"/>
          <p:nvPr>
            <p:ph idx="13" type="subTitle"/>
          </p:nvPr>
        </p:nvSpPr>
        <p:spPr>
          <a:xfrm>
            <a:off x="5736000" y="2664852"/>
            <a:ext cx="2062200" cy="345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FACEBOOK</a:t>
            </a:r>
            <a:endParaRPr/>
          </a:p>
        </p:txBody>
      </p:sp>
      <p:sp>
        <p:nvSpPr>
          <p:cNvPr id="597" name="Google Shape;597;p57"/>
          <p:cNvSpPr txBox="1"/>
          <p:nvPr>
            <p:ph idx="14" type="subTitle"/>
          </p:nvPr>
        </p:nvSpPr>
        <p:spPr>
          <a:xfrm>
            <a:off x="5736000" y="2874575"/>
            <a:ext cx="2062200" cy="345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Support</a:t>
            </a:r>
            <a:endParaRPr/>
          </a:p>
        </p:txBody>
      </p:sp>
      <p:sp>
        <p:nvSpPr>
          <p:cNvPr id="598" name="Google Shape;598;p57"/>
          <p:cNvSpPr txBox="1"/>
          <p:nvPr>
            <p:ph idx="16" type="body"/>
          </p:nvPr>
        </p:nvSpPr>
        <p:spPr>
          <a:xfrm>
            <a:off x="5736000" y="3266150"/>
            <a:ext cx="1785300" cy="74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Banyak Gen Y dan boomers yang menggunakan Facebook.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Klik and share friendly.</a:t>
            </a:r>
            <a:endParaRPr/>
          </a:p>
        </p:txBody>
      </p:sp>
      <p:sp>
        <p:nvSpPr>
          <p:cNvPr id="599" name="Google Shape;599;p57"/>
          <p:cNvSpPr txBox="1"/>
          <p:nvPr>
            <p:ph type="title"/>
          </p:nvPr>
        </p:nvSpPr>
        <p:spPr>
          <a:xfrm>
            <a:off x="430801" y="399325"/>
            <a:ext cx="3531300" cy="6246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C4587"/>
                </a:solidFill>
              </a:rPr>
              <a:t>PLATFORM</a:t>
            </a:r>
            <a:endParaRPr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SELECTION</a:t>
            </a:r>
            <a:endParaRPr/>
          </a:p>
        </p:txBody>
      </p:sp>
      <p:sp>
        <p:nvSpPr>
          <p:cNvPr id="600" name="Google Shape;600;p57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WIZZYWASH</a:t>
            </a:r>
            <a:endParaRPr/>
          </a:p>
        </p:txBody>
      </p:sp>
      <p:pic>
        <p:nvPicPr>
          <p:cNvPr descr="Berkas:Instagram.svg - Wikipedia bahasa Indonesia, ensiklopedia bebas" id="601" name="Google Shape;601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2600" y="1352700"/>
            <a:ext cx="981814" cy="9817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:Tiktok icon.svg - Wikimedia Commons" id="602" name="Google Shape;602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09100" y="1412125"/>
            <a:ext cx="922351" cy="9223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erkas:Facebook Logo (2019).png - Wikipedia bahasa Indonesia ..." id="603" name="Google Shape;603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11900" y="1412125"/>
            <a:ext cx="922350" cy="92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58"/>
          <p:cNvSpPr txBox="1"/>
          <p:nvPr>
            <p:ph type="title"/>
          </p:nvPr>
        </p:nvSpPr>
        <p:spPr>
          <a:xfrm>
            <a:off x="275550" y="247676"/>
            <a:ext cx="8686800" cy="6246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C4587"/>
                </a:solidFill>
              </a:rPr>
              <a:t>CONTENT</a:t>
            </a:r>
            <a:endParaRPr>
              <a:solidFill>
                <a:srgbClr val="1C4587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PILLAR</a:t>
            </a:r>
            <a:endParaRPr/>
          </a:p>
        </p:txBody>
      </p:sp>
      <p:sp>
        <p:nvSpPr>
          <p:cNvPr id="609" name="Google Shape;609;p58"/>
          <p:cNvSpPr txBox="1"/>
          <p:nvPr>
            <p:ph idx="1" type="subTitle"/>
          </p:nvPr>
        </p:nvSpPr>
        <p:spPr>
          <a:xfrm>
            <a:off x="228600" y="4912324"/>
            <a:ext cx="1475700" cy="10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WIZZYWASH</a:t>
            </a:r>
            <a:endParaRPr/>
          </a:p>
        </p:txBody>
      </p:sp>
      <p:graphicFrame>
        <p:nvGraphicFramePr>
          <p:cNvPr id="610" name="Google Shape;610;p58"/>
          <p:cNvGraphicFramePr/>
          <p:nvPr/>
        </p:nvGraphicFramePr>
        <p:xfrm>
          <a:off x="607350" y="1385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{AB642790-5707-45A0-B50E-7654BF2FF4AA}</a:tableStyleId>
              </a:tblPr>
              <a:tblGrid>
                <a:gridCol w="5715000"/>
                <a:gridCol w="1179975"/>
                <a:gridCol w="864050"/>
              </a:tblGrid>
              <a:tr h="257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Content Pillar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Funnel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Percentage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Benefit &amp; Feature ( Product knowledge, news, tutorial, how to order, trivia &amp; fact, dll)</a:t>
                      </a:r>
                      <a:endParaRPr sz="12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Awareness</a:t>
                      </a:r>
                      <a:endParaRPr sz="12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25%</a:t>
                      </a:r>
                      <a:endParaRPr sz="12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Education &amp; Entertaining (Tips n trick, </a:t>
                      </a:r>
                      <a:r>
                        <a:rPr lang="en" sz="1200"/>
                        <a:t>relatable</a:t>
                      </a:r>
                      <a:r>
                        <a:rPr lang="en" sz="1200"/>
                        <a:t> content, dll)</a:t>
                      </a:r>
                      <a:endParaRPr sz="12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Awareness</a:t>
                      </a:r>
                      <a:endParaRPr sz="12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25%</a:t>
                      </a:r>
                      <a:endParaRPr sz="12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Engagement (Quiz, QnA, Sharing)</a:t>
                      </a:r>
                      <a:endParaRPr sz="12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C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Consideration</a:t>
                      </a:r>
                      <a:endParaRPr sz="12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C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15%</a:t>
                      </a:r>
                      <a:endParaRPr sz="12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C232"/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Crowd sourcing (Based Content, Survei, Polling, dll)</a:t>
                      </a:r>
                      <a:endParaRPr sz="12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C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Consideration</a:t>
                      </a:r>
                      <a:endParaRPr sz="12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C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15%</a:t>
                      </a:r>
                      <a:endParaRPr sz="12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C232"/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Product Promotion and Offers</a:t>
                      </a:r>
                      <a:endParaRPr sz="12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Conversion</a:t>
                      </a:r>
                      <a:endParaRPr sz="12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20%</a:t>
                      </a:r>
                      <a:endParaRPr sz="12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Info : R = Reel ; C = Carousel ; S = Story ; I = Image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59"/>
          <p:cNvSpPr txBox="1"/>
          <p:nvPr>
            <p:ph type="title"/>
          </p:nvPr>
        </p:nvSpPr>
        <p:spPr>
          <a:xfrm>
            <a:off x="275550" y="70750"/>
            <a:ext cx="8686800" cy="6246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C4587"/>
                </a:solidFill>
              </a:rPr>
              <a:t>CONTENT</a:t>
            </a:r>
            <a:endParaRPr>
              <a:solidFill>
                <a:srgbClr val="1C4587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CALENDER</a:t>
            </a:r>
            <a:endParaRPr/>
          </a:p>
        </p:txBody>
      </p:sp>
      <p:graphicFrame>
        <p:nvGraphicFramePr>
          <p:cNvPr id="616" name="Google Shape;616;p59"/>
          <p:cNvGraphicFramePr/>
          <p:nvPr/>
        </p:nvGraphicFramePr>
        <p:xfrm>
          <a:off x="-36789" y="96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{AB642790-5707-45A0-B50E-7654BF2FF4AA}</a:tableStyleId>
              </a:tblPr>
              <a:tblGrid>
                <a:gridCol w="857250"/>
                <a:gridCol w="857250"/>
                <a:gridCol w="1209675"/>
                <a:gridCol w="857250"/>
                <a:gridCol w="857250"/>
                <a:gridCol w="1076325"/>
                <a:gridCol w="1143000"/>
                <a:gridCol w="1057275"/>
                <a:gridCol w="1209675"/>
              </a:tblGrid>
              <a:tr h="200025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</a:rPr>
                        <a:t>Content Phasing &amp; Timeline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</a:rPr>
                        <a:t>Mon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</a:rPr>
                        <a:t>Tue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</a:rPr>
                        <a:t>Wed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</a:rPr>
                        <a:t>Thu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</a:rPr>
                        <a:t>Fri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</a:rPr>
                        <a:t>Sat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</a:rPr>
                        <a:t>Sun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285F4"/>
                    </a:solidFill>
                  </a:tcPr>
                </a:tc>
              </a:tr>
              <a:tr h="200025">
                <a:tc rowSpan="4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Month 1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Week 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Campaign Treaser (R)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Branding(S)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News (I)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Education(C)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Sharing (S)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C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Product Launch (R)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Product Promotion(R)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</a:tr>
              <a:tr h="3429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Week 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QnA(S)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C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How to Sign up (C)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Hack (S)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Engagement(C)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C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Product knowladge(I)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Offers(R)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Tutorial(C)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</a:tr>
              <a:tr h="20002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Week 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Tips(C)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Quiz(S)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C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Tutorial(C)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Credibility(S)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Product Offer(R)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Education (C)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Engagement(R)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C232"/>
                    </a:solidFill>
                  </a:tcPr>
                </a:tc>
              </a:tr>
              <a:tr h="20002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Week 4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Promo (C)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Branding (I)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Education(C)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Sharing (I)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C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Entertaining (R)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Polling (S)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C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News(C)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</a:tr>
              <a:tr h="342900">
                <a:tc rowSpan="4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Month 2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Week 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Quiz(S)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C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Product knowladge(I)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Engagement(C)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C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Promotion(R)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Tips Idea(S)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QnA (I)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C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Entertaining (I)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</a:tr>
              <a:tr h="3429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Week 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Engagement(C)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C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Entertaining (R)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Trifia &amp; Fact (C)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Crowd sourcing (C)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C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Education(C)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Product list (I)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Crowd sourcing (C)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C232"/>
                    </a:solidFill>
                  </a:tcPr>
                </a:tc>
              </a:tr>
              <a:tr h="20002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Week 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Tips Idea(S)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Polling (S)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C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Promotion(R)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Hack (S)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Engagement(C)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C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Entertaining (I)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Education(C)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</a:tr>
              <a:tr h="20002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Week 4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Entertaining (R)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Offers(R)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Education(C)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QnA (I)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C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Tips Idea(S)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Engagement(C)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C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Trifia &amp; Fact (C)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</a:tr>
              <a:tr h="342900">
                <a:tc rowSpan="4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Month 3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Week 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Based Content (R)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C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Tutorial(C)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Product discount (R)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Engagement(C)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C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Product discount (R)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Entertaining (I)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News(C)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</a:tr>
              <a:tr h="3429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Week 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How to Sign up (C)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Engagement(R)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C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Entertaining (R)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Product discount (R)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Entertaining (I)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Hack (S)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Based Content (R)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C232"/>
                    </a:solidFill>
                  </a:tcPr>
                </a:tc>
              </a:tr>
              <a:tr h="3429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Week 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Product knowladge(I)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Crowd sourcing (C)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C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Product list (I)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Polling (S)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C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News (I)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Product knowladge(I)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Promotion(R)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</a:tr>
              <a:tr h="20002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Week 4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Engagement(R)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C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Tips Idea(S)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Education(C)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Offers(R)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Entertaining (R)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Sharing (S)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C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Tutorial(C)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</a:tr>
            </a:tbl>
          </a:graphicData>
        </a:graphic>
      </p:graphicFrame>
      <p:sp>
        <p:nvSpPr>
          <p:cNvPr id="617" name="Google Shape;617;p59"/>
          <p:cNvSpPr txBox="1"/>
          <p:nvPr/>
        </p:nvSpPr>
        <p:spPr>
          <a:xfrm>
            <a:off x="-46050" y="4873063"/>
            <a:ext cx="4751700" cy="3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Awareness = 43 ; Consideration = 25 ; Conversion = 16</a:t>
            </a:r>
            <a:endParaRPr sz="1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60"/>
          <p:cNvSpPr txBox="1"/>
          <p:nvPr>
            <p:ph idx="2" type="subTitle"/>
          </p:nvPr>
        </p:nvSpPr>
        <p:spPr>
          <a:xfrm>
            <a:off x="4328700" y="480911"/>
            <a:ext cx="15264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MONTH</a:t>
            </a:r>
            <a:endParaRPr/>
          </a:p>
        </p:txBody>
      </p:sp>
      <p:sp>
        <p:nvSpPr>
          <p:cNvPr id="623" name="Google Shape;623;p60"/>
          <p:cNvSpPr txBox="1"/>
          <p:nvPr>
            <p:ph idx="3" type="subTitle"/>
          </p:nvPr>
        </p:nvSpPr>
        <p:spPr>
          <a:xfrm>
            <a:off x="5987725" y="499550"/>
            <a:ext cx="2926200" cy="1024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Bulan pertama fokus pada awareness, konsisten posting setiap hari dengan beberapa content pillar yang berbeda-beda.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-Target follower bulan 1 yaitu 200-300 follower (fase build + testing)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-Engagement rate mulai naik 2-3%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60"/>
          <p:cNvSpPr txBox="1"/>
          <p:nvPr>
            <p:ph idx="4" type="subTitle"/>
          </p:nvPr>
        </p:nvSpPr>
        <p:spPr>
          <a:xfrm>
            <a:off x="4328700" y="1734184"/>
            <a:ext cx="15264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MONTH</a:t>
            </a:r>
            <a:endParaRPr/>
          </a:p>
        </p:txBody>
      </p:sp>
      <p:sp>
        <p:nvSpPr>
          <p:cNvPr id="625" name="Google Shape;625;p60"/>
          <p:cNvSpPr txBox="1"/>
          <p:nvPr>
            <p:ph idx="5" type="subTitle"/>
          </p:nvPr>
        </p:nvSpPr>
        <p:spPr>
          <a:xfrm>
            <a:off x="5987725" y="1727550"/>
            <a:ext cx="2926200" cy="1081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Pada bulan kedua sudah mulai tau pattern yang cocok untuk meningkatkan awareness audience, target follower bulan 2 yaitu 300-400 follower.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-Fokus konten mengenai awareness dan consideration.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-Engagement rate mulai naik 3-4%</a:t>
            </a:r>
            <a:endParaRPr/>
          </a:p>
        </p:txBody>
      </p:sp>
      <p:sp>
        <p:nvSpPr>
          <p:cNvPr id="626" name="Google Shape;626;p60"/>
          <p:cNvSpPr txBox="1"/>
          <p:nvPr>
            <p:ph idx="6" type="subTitle"/>
          </p:nvPr>
        </p:nvSpPr>
        <p:spPr>
          <a:xfrm>
            <a:off x="4328700" y="2938569"/>
            <a:ext cx="15264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MONTH</a:t>
            </a:r>
            <a:endParaRPr/>
          </a:p>
        </p:txBody>
      </p:sp>
      <p:sp>
        <p:nvSpPr>
          <p:cNvPr id="627" name="Google Shape;627;p60"/>
          <p:cNvSpPr txBox="1"/>
          <p:nvPr>
            <p:ph idx="7" type="subTitle"/>
          </p:nvPr>
        </p:nvSpPr>
        <p:spPr>
          <a:xfrm>
            <a:off x="5987725" y="2957198"/>
            <a:ext cx="2926200" cy="1081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Bulan 3 mulai boost dari konten sebelumnya yang viral atau memiliki engagement rate tinggi. -Target follower 400-500. Mulai menambah konten untuk conversion.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-Engagement rate mulai naik 4-5%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60"/>
          <p:cNvSpPr/>
          <p:nvPr/>
        </p:nvSpPr>
        <p:spPr>
          <a:xfrm flipH="1">
            <a:off x="3608075" y="457200"/>
            <a:ext cx="556200" cy="540000"/>
          </a:xfrm>
          <a:prstGeom prst="roundRect">
            <a:avLst>
              <a:gd fmla="val 19978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300"/>
              </a:spcAft>
              <a:buNone/>
            </a:pPr>
            <a:r>
              <a:rPr lang="en" sz="2500">
                <a:solidFill>
                  <a:schemeClr val="lt1"/>
                </a:solidFill>
                <a:latin typeface="Forum"/>
                <a:ea typeface="Forum"/>
                <a:cs typeface="Forum"/>
                <a:sym typeface="Forum"/>
              </a:rPr>
              <a:t>1</a:t>
            </a:r>
            <a:endParaRPr sz="2500"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629" name="Google Shape;629;p60"/>
          <p:cNvSpPr/>
          <p:nvPr/>
        </p:nvSpPr>
        <p:spPr>
          <a:xfrm flipH="1">
            <a:off x="3608075" y="1686042"/>
            <a:ext cx="556200" cy="540000"/>
          </a:xfrm>
          <a:prstGeom prst="roundRect">
            <a:avLst>
              <a:gd fmla="val 1997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300"/>
              </a:spcAft>
              <a:buNone/>
            </a:pPr>
            <a:r>
              <a:rPr lang="en" sz="25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rPr>
              <a:t>2</a:t>
            </a:r>
            <a:endParaRPr sz="2500"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630" name="Google Shape;630;p60"/>
          <p:cNvSpPr/>
          <p:nvPr/>
        </p:nvSpPr>
        <p:spPr>
          <a:xfrm flipH="1">
            <a:off x="3608075" y="2914883"/>
            <a:ext cx="556200" cy="540000"/>
          </a:xfrm>
          <a:prstGeom prst="roundRect">
            <a:avLst>
              <a:gd fmla="val 19978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300"/>
              </a:spcAft>
              <a:buNone/>
            </a:pPr>
            <a:r>
              <a:rPr lang="en" sz="2500">
                <a:solidFill>
                  <a:schemeClr val="lt1"/>
                </a:solidFill>
                <a:latin typeface="Forum"/>
                <a:ea typeface="Forum"/>
                <a:cs typeface="Forum"/>
                <a:sym typeface="Forum"/>
              </a:rPr>
              <a:t>3</a:t>
            </a:r>
            <a:endParaRPr sz="2500"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631" name="Google Shape;631;p60"/>
          <p:cNvSpPr txBox="1"/>
          <p:nvPr>
            <p:ph type="title"/>
          </p:nvPr>
        </p:nvSpPr>
        <p:spPr>
          <a:xfrm>
            <a:off x="746738" y="752250"/>
            <a:ext cx="2834700" cy="868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C4587"/>
                </a:solidFill>
              </a:rPr>
              <a:t>BRIEFLY</a:t>
            </a:r>
            <a:endParaRPr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EXPLAIN</a:t>
            </a:r>
            <a:endParaRPr/>
          </a:p>
        </p:txBody>
      </p:sp>
      <p:sp>
        <p:nvSpPr>
          <p:cNvPr id="632" name="Google Shape;632;p60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WIZZYWASH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keting Plan Presentation [Style 2]">
  <a:themeElements>
    <a:clrScheme name="Simple Light">
      <a:dk1>
        <a:srgbClr val="F9F9F9"/>
      </a:dk1>
      <a:lt1>
        <a:srgbClr val="101010"/>
      </a:lt1>
      <a:dk2>
        <a:srgbClr val="E6E8FF"/>
      </a:dk2>
      <a:lt2>
        <a:srgbClr val="C6B9F1"/>
      </a:lt2>
      <a:accent1>
        <a:srgbClr val="E11444"/>
      </a:accent1>
      <a:accent2>
        <a:srgbClr val="FCE82E"/>
      </a:accent2>
      <a:accent3>
        <a:srgbClr val="FFE6D4"/>
      </a:accent3>
      <a:accent4>
        <a:srgbClr val="4E4E4E"/>
      </a:accent4>
      <a:accent5>
        <a:srgbClr val="93A2A2"/>
      </a:accent5>
      <a:accent6>
        <a:srgbClr val="B7B7B7"/>
      </a:accent6>
      <a:hlink>
        <a:srgbClr val="F96E0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